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7" r:id="rId2"/>
    <p:sldId id="258" r:id="rId3"/>
    <p:sldId id="259" r:id="rId4"/>
    <p:sldId id="260" r:id="rId5"/>
    <p:sldId id="261" r:id="rId6"/>
    <p:sldId id="263" r:id="rId7"/>
    <p:sldId id="264" r:id="rId8"/>
    <p:sldId id="266" r:id="rId9"/>
    <p:sldId id="273" r:id="rId10"/>
    <p:sldId id="272" r:id="rId11"/>
    <p:sldId id="271" r:id="rId12"/>
    <p:sldId id="270" r:id="rId13"/>
  </p:sldIdLst>
  <p:sldSz cx="9144000" cy="5143500" type="screen16x9"/>
  <p:notesSz cx="6858000" cy="9144000"/>
  <p:embeddedFontLst>
    <p:embeddedFont>
      <p:font typeface="Google Sans" panose="020B0604020202020204" charset="0"/>
      <p:regular r:id="rId15"/>
      <p:bold r:id="rId16"/>
      <p:italic r:id="rId17"/>
      <p:boldItalic r:id="rId18"/>
    </p:embeddedFont>
    <p:embeddedFont>
      <p:font typeface="Trebuchet MS" panose="020B0603020202020204" pitchFamily="34" charset="0"/>
      <p:regular r:id="rId19"/>
      <p:bold r:id="rId20"/>
      <p:italic r:id="rId21"/>
      <p:boldItalic r:id="rId22"/>
    </p:embeddedFont>
    <p:embeddedFont>
      <p:font typeface="Wingdings 3" panose="05040102010807070707" pitchFamily="18" charset="2"/>
      <p:regular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24E96-B72F-4C10-89DA-CEC545C62D92}" v="14" dt="2025-04-16T06:39:33.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65" autoAdjust="0"/>
    <p:restoredTop sz="94660"/>
  </p:normalViewPr>
  <p:slideViewPr>
    <p:cSldViewPr snapToGrid="0">
      <p:cViewPr varScale="1">
        <p:scale>
          <a:sx n="83" d="100"/>
          <a:sy n="83" d="100"/>
        </p:scale>
        <p:origin x="102"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oorva shrivastava" userId="8d8d29a49cf152b2" providerId="LiveId" clId="{5F824E96-B72F-4C10-89DA-CEC545C62D92}"/>
    <pc:docChg chg="undo custSel delSld modSld sldOrd">
      <pc:chgData name="apoorva shrivastava" userId="8d8d29a49cf152b2" providerId="LiveId" clId="{5F824E96-B72F-4C10-89DA-CEC545C62D92}" dt="2025-04-16T06:40:23.691" v="187" actId="2696"/>
      <pc:docMkLst>
        <pc:docMk/>
      </pc:docMkLst>
      <pc:sldChg chg="addSp delSp modSp mod">
        <pc:chgData name="apoorva shrivastava" userId="8d8d29a49cf152b2" providerId="LiveId" clId="{5F824E96-B72F-4C10-89DA-CEC545C62D92}" dt="2025-04-16T06:39:44.398" v="186" actId="1076"/>
        <pc:sldMkLst>
          <pc:docMk/>
          <pc:sldMk cId="0" sldId="257"/>
        </pc:sldMkLst>
        <pc:spChg chg="add del mod">
          <ac:chgData name="apoorva shrivastava" userId="8d8d29a49cf152b2" providerId="LiveId" clId="{5F824E96-B72F-4C10-89DA-CEC545C62D92}" dt="2025-04-16T06:37:41.305" v="151" actId="478"/>
          <ac:spMkLst>
            <pc:docMk/>
            <pc:sldMk cId="0" sldId="257"/>
            <ac:spMk id="5" creationId="{1AC4FDFD-E5FB-E611-BD61-384FF23165C6}"/>
          </ac:spMkLst>
        </pc:spChg>
        <pc:spChg chg="mod">
          <ac:chgData name="apoorva shrivastava" userId="8d8d29a49cf152b2" providerId="LiveId" clId="{5F824E96-B72F-4C10-89DA-CEC545C62D92}" dt="2025-04-16T06:38:01.720" v="164" actId="27636"/>
          <ac:spMkLst>
            <pc:docMk/>
            <pc:sldMk cId="0" sldId="257"/>
            <ac:spMk id="61" creationId="{00000000-0000-0000-0000-000000000000}"/>
          </ac:spMkLst>
        </pc:spChg>
        <pc:spChg chg="mod">
          <ac:chgData name="apoorva shrivastava" userId="8d8d29a49cf152b2" providerId="LiveId" clId="{5F824E96-B72F-4C10-89DA-CEC545C62D92}" dt="2025-04-16T06:38:05.607" v="165" actId="14100"/>
          <ac:spMkLst>
            <pc:docMk/>
            <pc:sldMk cId="0" sldId="257"/>
            <ac:spMk id="64" creationId="{00000000-0000-0000-0000-000000000000}"/>
          </ac:spMkLst>
        </pc:spChg>
        <pc:picChg chg="add mod">
          <ac:chgData name="apoorva shrivastava" userId="8d8d29a49cf152b2" providerId="LiveId" clId="{5F824E96-B72F-4C10-89DA-CEC545C62D92}" dt="2025-04-16T06:39:44.398" v="186" actId="1076"/>
          <ac:picMkLst>
            <pc:docMk/>
            <pc:sldMk cId="0" sldId="257"/>
            <ac:picMk id="3" creationId="{C6891088-2AD3-D3A1-AD30-B0F293377D33}"/>
          </ac:picMkLst>
        </pc:picChg>
      </pc:sldChg>
      <pc:sldChg chg="addSp modSp mod">
        <pc:chgData name="apoorva shrivastava" userId="8d8d29a49cf152b2" providerId="LiveId" clId="{5F824E96-B72F-4C10-89DA-CEC545C62D92}" dt="2025-04-16T06:38:39.046" v="172" actId="1076"/>
        <pc:sldMkLst>
          <pc:docMk/>
          <pc:sldMk cId="0" sldId="258"/>
        </pc:sldMkLst>
        <pc:picChg chg="add mod">
          <ac:chgData name="apoorva shrivastava" userId="8d8d29a49cf152b2" providerId="LiveId" clId="{5F824E96-B72F-4C10-89DA-CEC545C62D92}" dt="2025-04-16T06:38:39.046" v="172" actId="1076"/>
          <ac:picMkLst>
            <pc:docMk/>
            <pc:sldMk cId="0" sldId="258"/>
            <ac:picMk id="2" creationId="{D785F1F8-90C9-61E1-9DC8-6F53584783C0}"/>
          </ac:picMkLst>
        </pc:picChg>
      </pc:sldChg>
      <pc:sldChg chg="addSp modSp mod">
        <pc:chgData name="apoorva shrivastava" userId="8d8d29a49cf152b2" providerId="LiveId" clId="{5F824E96-B72F-4C10-89DA-CEC545C62D92}" dt="2025-04-16T06:38:34.315" v="171" actId="1076"/>
        <pc:sldMkLst>
          <pc:docMk/>
          <pc:sldMk cId="0" sldId="259"/>
        </pc:sldMkLst>
        <pc:picChg chg="add mod">
          <ac:chgData name="apoorva shrivastava" userId="8d8d29a49cf152b2" providerId="LiveId" clId="{5F824E96-B72F-4C10-89DA-CEC545C62D92}" dt="2025-04-16T06:38:34.315" v="171" actId="1076"/>
          <ac:picMkLst>
            <pc:docMk/>
            <pc:sldMk cId="0" sldId="259"/>
            <ac:picMk id="3" creationId="{B83AF286-D221-FBF1-ED45-7F0579B2E7A3}"/>
          </ac:picMkLst>
        </pc:picChg>
      </pc:sldChg>
      <pc:sldChg chg="addSp modSp mod">
        <pc:chgData name="apoorva shrivastava" userId="8d8d29a49cf152b2" providerId="LiveId" clId="{5F824E96-B72F-4C10-89DA-CEC545C62D92}" dt="2025-04-16T06:38:47.367" v="174" actId="1076"/>
        <pc:sldMkLst>
          <pc:docMk/>
          <pc:sldMk cId="0" sldId="260"/>
        </pc:sldMkLst>
        <pc:picChg chg="add mod">
          <ac:chgData name="apoorva shrivastava" userId="8d8d29a49cf152b2" providerId="LiveId" clId="{5F824E96-B72F-4C10-89DA-CEC545C62D92}" dt="2025-04-16T06:38:47.367" v="174" actId="1076"/>
          <ac:picMkLst>
            <pc:docMk/>
            <pc:sldMk cId="0" sldId="260"/>
            <ac:picMk id="2" creationId="{FCFD7BC1-2184-2305-75F3-1418B738C1A1}"/>
          </ac:picMkLst>
        </pc:picChg>
      </pc:sldChg>
      <pc:sldChg chg="addSp modSp mod">
        <pc:chgData name="apoorva shrivastava" userId="8d8d29a49cf152b2" providerId="LiveId" clId="{5F824E96-B72F-4C10-89DA-CEC545C62D92}" dt="2025-04-16T06:38:57.173" v="176" actId="1076"/>
        <pc:sldMkLst>
          <pc:docMk/>
          <pc:sldMk cId="0" sldId="261"/>
        </pc:sldMkLst>
        <pc:picChg chg="add mod">
          <ac:chgData name="apoorva shrivastava" userId="8d8d29a49cf152b2" providerId="LiveId" clId="{5F824E96-B72F-4C10-89DA-CEC545C62D92}" dt="2025-04-16T06:38:57.173" v="176" actId="1076"/>
          <ac:picMkLst>
            <pc:docMk/>
            <pc:sldMk cId="0" sldId="261"/>
            <ac:picMk id="2" creationId="{CD54EDB3-2612-39E3-DD33-1B4EB86096FE}"/>
          </ac:picMkLst>
        </pc:picChg>
      </pc:sldChg>
      <pc:sldChg chg="addSp modSp mod">
        <pc:chgData name="apoorva shrivastava" userId="8d8d29a49cf152b2" providerId="LiveId" clId="{5F824E96-B72F-4C10-89DA-CEC545C62D92}" dt="2025-04-16T06:39:08.110" v="178" actId="1076"/>
        <pc:sldMkLst>
          <pc:docMk/>
          <pc:sldMk cId="0" sldId="263"/>
        </pc:sldMkLst>
        <pc:picChg chg="add mod">
          <ac:chgData name="apoorva shrivastava" userId="8d8d29a49cf152b2" providerId="LiveId" clId="{5F824E96-B72F-4C10-89DA-CEC545C62D92}" dt="2025-04-16T06:39:08.110" v="178" actId="1076"/>
          <ac:picMkLst>
            <pc:docMk/>
            <pc:sldMk cId="0" sldId="263"/>
            <ac:picMk id="2" creationId="{6965D004-A897-5C23-FDDD-0B363A7E08B1}"/>
          </ac:picMkLst>
        </pc:picChg>
      </pc:sldChg>
      <pc:sldChg chg="addSp modSp mod ord">
        <pc:chgData name="apoorva shrivastava" userId="8d8d29a49cf152b2" providerId="LiveId" clId="{5F824E96-B72F-4C10-89DA-CEC545C62D92}" dt="2025-04-16T06:39:16.703" v="180" actId="1076"/>
        <pc:sldMkLst>
          <pc:docMk/>
          <pc:sldMk cId="0" sldId="264"/>
        </pc:sldMkLst>
        <pc:spChg chg="mod">
          <ac:chgData name="apoorva shrivastava" userId="8d8d29a49cf152b2" providerId="LiveId" clId="{5F824E96-B72F-4C10-89DA-CEC545C62D92}" dt="2025-04-16T06:27:15.737" v="40" actId="20577"/>
          <ac:spMkLst>
            <pc:docMk/>
            <pc:sldMk cId="0" sldId="264"/>
            <ac:spMk id="114" creationId="{00000000-0000-0000-0000-000000000000}"/>
          </ac:spMkLst>
        </pc:spChg>
        <pc:picChg chg="add mod">
          <ac:chgData name="apoorva shrivastava" userId="8d8d29a49cf152b2" providerId="LiveId" clId="{5F824E96-B72F-4C10-89DA-CEC545C62D92}" dt="2025-04-16T06:39:16.703" v="180" actId="1076"/>
          <ac:picMkLst>
            <pc:docMk/>
            <pc:sldMk cId="0" sldId="264"/>
            <ac:picMk id="2" creationId="{DEFE8420-A47F-C082-8A98-F9506781E00E}"/>
          </ac:picMkLst>
        </pc:picChg>
      </pc:sldChg>
      <pc:sldChg chg="addSp delSp modSp mod">
        <pc:chgData name="apoorva shrivastava" userId="8d8d29a49cf152b2" providerId="LiveId" clId="{5F824E96-B72F-4C10-89DA-CEC545C62D92}" dt="2025-04-16T06:30:21.374" v="57" actId="1076"/>
        <pc:sldMkLst>
          <pc:docMk/>
          <pc:sldMk cId="0" sldId="266"/>
        </pc:sldMkLst>
        <pc:spChg chg="add mod">
          <ac:chgData name="apoorva shrivastava" userId="8d8d29a49cf152b2" providerId="LiveId" clId="{5F824E96-B72F-4C10-89DA-CEC545C62D92}" dt="2025-04-16T06:30:21.374" v="57" actId="1076"/>
          <ac:spMkLst>
            <pc:docMk/>
            <pc:sldMk cId="0" sldId="266"/>
            <ac:spMk id="11" creationId="{3FD10C25-565E-E5CF-AF10-A72442E3C4B5}"/>
          </ac:spMkLst>
        </pc:spChg>
        <pc:grpChg chg="mod">
          <ac:chgData name="apoorva shrivastava" userId="8d8d29a49cf152b2" providerId="LiveId" clId="{5F824E96-B72F-4C10-89DA-CEC545C62D92}" dt="2025-04-16T06:28:57.233" v="49"/>
          <ac:grpSpMkLst>
            <pc:docMk/>
            <pc:sldMk cId="0" sldId="266"/>
            <ac:grpSpMk id="10" creationId="{C2221217-5FD1-DDF7-41AE-28756125A16D}"/>
          </ac:grpSpMkLst>
        </pc:grpChg>
        <pc:inkChg chg="add del">
          <ac:chgData name="apoorva shrivastava" userId="8d8d29a49cf152b2" providerId="LiveId" clId="{5F824E96-B72F-4C10-89DA-CEC545C62D92}" dt="2025-04-16T06:28:36.078" v="43"/>
          <ac:inkMkLst>
            <pc:docMk/>
            <pc:sldMk cId="0" sldId="266"/>
            <ac:inkMk id="2" creationId="{F09C5FD6-4A89-931B-58D6-0D96E513209F}"/>
          </ac:inkMkLst>
        </pc:inkChg>
        <pc:inkChg chg="add">
          <ac:chgData name="apoorva shrivastava" userId="8d8d29a49cf152b2" providerId="LiveId" clId="{5F824E96-B72F-4C10-89DA-CEC545C62D92}" dt="2025-04-16T06:28:36.078" v="43"/>
          <ac:inkMkLst>
            <pc:docMk/>
            <pc:sldMk cId="0" sldId="266"/>
            <ac:inkMk id="4" creationId="{817F4054-5774-1CCB-14FA-ADB5B6A19621}"/>
          </ac:inkMkLst>
        </pc:inkChg>
        <pc:inkChg chg="add">
          <ac:chgData name="apoorva shrivastava" userId="8d8d29a49cf152b2" providerId="LiveId" clId="{5F824E96-B72F-4C10-89DA-CEC545C62D92}" dt="2025-04-16T06:28:43.457" v="44" actId="9405"/>
          <ac:inkMkLst>
            <pc:docMk/>
            <pc:sldMk cId="0" sldId="266"/>
            <ac:inkMk id="5" creationId="{C54751F9-D0F3-5210-075A-AE9289839281}"/>
          </ac:inkMkLst>
        </pc:inkChg>
        <pc:inkChg chg="add">
          <ac:chgData name="apoorva shrivastava" userId="8d8d29a49cf152b2" providerId="LiveId" clId="{5F824E96-B72F-4C10-89DA-CEC545C62D92}" dt="2025-04-16T06:28:47.776" v="45" actId="9405"/>
          <ac:inkMkLst>
            <pc:docMk/>
            <pc:sldMk cId="0" sldId="266"/>
            <ac:inkMk id="6" creationId="{91E526A8-4B03-251F-0F46-19B0E887E613}"/>
          </ac:inkMkLst>
        </pc:inkChg>
        <pc:inkChg chg="add mod">
          <ac:chgData name="apoorva shrivastava" userId="8d8d29a49cf152b2" providerId="LiveId" clId="{5F824E96-B72F-4C10-89DA-CEC545C62D92}" dt="2025-04-16T06:28:57.233" v="49"/>
          <ac:inkMkLst>
            <pc:docMk/>
            <pc:sldMk cId="0" sldId="266"/>
            <ac:inkMk id="7" creationId="{FDE5C2A7-057A-14F4-6E1E-3874540AC5D4}"/>
          </ac:inkMkLst>
        </pc:inkChg>
        <pc:inkChg chg="add mod">
          <ac:chgData name="apoorva shrivastava" userId="8d8d29a49cf152b2" providerId="LiveId" clId="{5F824E96-B72F-4C10-89DA-CEC545C62D92}" dt="2025-04-16T06:28:57.233" v="49"/>
          <ac:inkMkLst>
            <pc:docMk/>
            <pc:sldMk cId="0" sldId="266"/>
            <ac:inkMk id="8" creationId="{D4FAF773-56F0-3E80-2E1E-82AFCB478E56}"/>
          </ac:inkMkLst>
        </pc:inkChg>
        <pc:inkChg chg="add mod">
          <ac:chgData name="apoorva shrivastava" userId="8d8d29a49cf152b2" providerId="LiveId" clId="{5F824E96-B72F-4C10-89DA-CEC545C62D92}" dt="2025-04-16T06:28:57.233" v="49"/>
          <ac:inkMkLst>
            <pc:docMk/>
            <pc:sldMk cId="0" sldId="266"/>
            <ac:inkMk id="9" creationId="{4D3799FA-A1EC-FC87-AA27-38000B189354}"/>
          </ac:inkMkLst>
        </pc:inkChg>
      </pc:sldChg>
      <pc:sldChg chg="addSp modSp del mod">
        <pc:chgData name="apoorva shrivastava" userId="8d8d29a49cf152b2" providerId="LiveId" clId="{5F824E96-B72F-4C10-89DA-CEC545C62D92}" dt="2025-04-16T06:40:23.691" v="187" actId="2696"/>
        <pc:sldMkLst>
          <pc:docMk/>
          <pc:sldMk cId="0" sldId="268"/>
        </pc:sldMkLst>
        <pc:spChg chg="mod">
          <ac:chgData name="apoorva shrivastava" userId="8d8d29a49cf152b2" providerId="LiveId" clId="{5F824E96-B72F-4C10-89DA-CEC545C62D92}" dt="2025-04-16T06:32:14.781" v="127" actId="403"/>
          <ac:spMkLst>
            <pc:docMk/>
            <pc:sldMk cId="0" sldId="268"/>
            <ac:spMk id="146" creationId="{00000000-0000-0000-0000-000000000000}"/>
          </ac:spMkLst>
        </pc:spChg>
        <pc:picChg chg="add mod">
          <ac:chgData name="apoorva shrivastava" userId="8d8d29a49cf152b2" providerId="LiveId" clId="{5F824E96-B72F-4C10-89DA-CEC545C62D92}" dt="2025-04-16T06:39:29.125" v="183" actId="1076"/>
          <ac:picMkLst>
            <pc:docMk/>
            <pc:sldMk cId="0" sldId="268"/>
            <ac:picMk id="2" creationId="{92AF4E9B-490B-6018-3A8B-FEF435F6BEB4}"/>
          </ac:picMkLst>
        </pc:picChg>
      </pc:sldChg>
      <pc:sldChg chg="addSp modSp mod">
        <pc:chgData name="apoorva shrivastava" userId="8d8d29a49cf152b2" providerId="LiveId" clId="{5F824E96-B72F-4C10-89DA-CEC545C62D92}" dt="2025-04-16T06:39:37.367" v="185" actId="1076"/>
        <pc:sldMkLst>
          <pc:docMk/>
          <pc:sldMk cId="0" sldId="270"/>
        </pc:sldMkLst>
        <pc:spChg chg="mod">
          <ac:chgData name="apoorva shrivastava" userId="8d8d29a49cf152b2" providerId="LiveId" clId="{5F824E96-B72F-4C10-89DA-CEC545C62D92}" dt="2025-04-16T06:32:22.363" v="128" actId="403"/>
          <ac:spMkLst>
            <pc:docMk/>
            <pc:sldMk cId="0" sldId="270"/>
            <ac:spMk id="158" creationId="{00000000-0000-0000-0000-000000000000}"/>
          </ac:spMkLst>
        </pc:spChg>
        <pc:picChg chg="add mod">
          <ac:chgData name="apoorva shrivastava" userId="8d8d29a49cf152b2" providerId="LiveId" clId="{5F824E96-B72F-4C10-89DA-CEC545C62D92}" dt="2025-04-16T06:39:37.367" v="185" actId="1076"/>
          <ac:picMkLst>
            <pc:docMk/>
            <pc:sldMk cId="0" sldId="270"/>
            <ac:picMk id="2" creationId="{A8A1C675-7297-0634-5E4D-290FC21C528A}"/>
          </ac:picMkLst>
        </pc:picChg>
      </pc:sldChg>
      <pc:sldChg chg="addSp modSp mod">
        <pc:chgData name="apoorva shrivastava" userId="8d8d29a49cf152b2" providerId="LiveId" clId="{5F824E96-B72F-4C10-89DA-CEC545C62D92}" dt="2025-04-16T06:30:56.058" v="61"/>
        <pc:sldMkLst>
          <pc:docMk/>
          <pc:sldMk cId="3356303050" sldId="271"/>
        </pc:sldMkLst>
        <pc:spChg chg="add mod">
          <ac:chgData name="apoorva shrivastava" userId="8d8d29a49cf152b2" providerId="LiveId" clId="{5F824E96-B72F-4C10-89DA-CEC545C62D92}" dt="2025-04-16T06:30:56.058" v="61"/>
          <ac:spMkLst>
            <pc:docMk/>
            <pc:sldMk cId="3356303050" sldId="271"/>
            <ac:spMk id="2" creationId="{10C43EC1-FD97-01B5-0A86-D354A04620C5}"/>
          </ac:spMkLst>
        </pc:spChg>
        <pc:picChg chg="mod">
          <ac:chgData name="apoorva shrivastava" userId="8d8d29a49cf152b2" providerId="LiveId" clId="{5F824E96-B72F-4C10-89DA-CEC545C62D92}" dt="2025-04-16T06:27:44.487" v="41" actId="1076"/>
          <ac:picMkLst>
            <pc:docMk/>
            <pc:sldMk cId="3356303050" sldId="271"/>
            <ac:picMk id="7" creationId="{190C5872-4E32-2F9D-767E-74734B683245}"/>
          </ac:picMkLst>
        </pc:picChg>
      </pc:sldChg>
      <pc:sldChg chg="addSp modSp">
        <pc:chgData name="apoorva shrivastava" userId="8d8d29a49cf152b2" providerId="LiveId" clId="{5F824E96-B72F-4C10-89DA-CEC545C62D92}" dt="2025-04-16T06:30:49.849" v="60"/>
        <pc:sldMkLst>
          <pc:docMk/>
          <pc:sldMk cId="2972091776" sldId="272"/>
        </pc:sldMkLst>
        <pc:spChg chg="add mod">
          <ac:chgData name="apoorva shrivastava" userId="8d8d29a49cf152b2" providerId="LiveId" clId="{5F824E96-B72F-4C10-89DA-CEC545C62D92}" dt="2025-04-16T06:30:49.849" v="60"/>
          <ac:spMkLst>
            <pc:docMk/>
            <pc:sldMk cId="2972091776" sldId="272"/>
            <ac:spMk id="2" creationId="{1090090C-A0D2-1EC0-D392-7A13CB6C89B1}"/>
          </ac:spMkLst>
        </pc:spChg>
      </pc:sldChg>
      <pc:sldChg chg="addSp modSp mod">
        <pc:chgData name="apoorva shrivastava" userId="8d8d29a49cf152b2" providerId="LiveId" clId="{5F824E96-B72F-4C10-89DA-CEC545C62D92}" dt="2025-04-16T06:30:44.226" v="59" actId="1076"/>
        <pc:sldMkLst>
          <pc:docMk/>
          <pc:sldMk cId="3782462857" sldId="273"/>
        </pc:sldMkLst>
        <pc:spChg chg="add mod">
          <ac:chgData name="apoorva shrivastava" userId="8d8d29a49cf152b2" providerId="LiveId" clId="{5F824E96-B72F-4C10-89DA-CEC545C62D92}" dt="2025-04-16T06:30:44.226" v="59" actId="1076"/>
          <ac:spMkLst>
            <pc:docMk/>
            <pc:sldMk cId="3782462857" sldId="273"/>
            <ac:spMk id="2" creationId="{15A07563-1059-3914-3C0D-E42BD94EFC8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36.078"/>
    </inkml:context>
    <inkml:brush xml:id="br0">
      <inkml:brushProperty name="width" value="0.035" units="cm"/>
      <inkml:brushProperty name="height" value="0.035" units="cm"/>
    </inkml:brush>
  </inkml:definitions>
  <inkml:trace contextRef="#ctx0" brushRef="#br0">0 241 24563,'215'181'0,"-321"80"0,345-409 0,-24 329 0,-282-454 0,307 124 0,-521 129 0,213-254 0,-38 535 0,-175-281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43.457"/>
    </inkml:context>
    <inkml:brush xml:id="br0">
      <inkml:brushProperty name="width" value="0.035" units="cm"/>
      <inkml:brushProperty name="height" value="0.035" units="cm"/>
    </inkml:brush>
  </inkml:definitions>
  <inkml:trace contextRef="#ctx0" brushRef="#br0">340 1 24575,'22'0'0,"545"20"0,-339 20 0,-216-34 0,-20 0 0,-28 2 0,-64 4 0,-167-3 0,158-8 0,-137 17 0,169-8 0,40-7 0,-1 3 0,1 1 0,-39 13 0,24-6 0,-21 10 0,72-24 0,0 0 0,1 0 0,-1 0 0,1 0 0,-1 0 0,1 1 0,-1-1 0,1 0 0,-1 0 0,1 1 0,-1-1 0,1 0 0,-1 0 0,1 1 0,-1-1 0,1 1 0,-1-1 0,1 1 0,0-1 0,-1 0 0,1 1 0,0-1 0,0 1 0,-1-1 0,1 1 0,0 0 0,0-1 0,-1 1 0,1-1 0,0 1 0,0-1 0,0 1 0,0-1 0,0 1 0,0 0 0,0-1 0,0 1 0,0-1 0,0 1 0,1 0 0,23 15 0,40 1 0,-39-12 0,0-1 0,0-1 0,0-1 0,0-2 0,0 0 0,1-2 0,-1 0 0,0-2 0,0-1 0,46-16 0,-35 10 0,-1 1 0,2 1 0,40-4 0,50-12 0,60-10 0,-161 28 0,-26 6 0,0 1 0,0 0 0,-1 0 0,1 0 0,0 0 0,0 0 0,-1-1 0,1 1 0,0 0 0,0 0 0,-1 0 0,1-1 0,0 1 0,0 0 0,0 0 0,0 0 0,-1-1 0,1 1 0,0 0 0,0-1 0,0 1 0,0 0 0,0 0 0,0-1 0,0 1 0,0 0 0,0-1 0,0 1 0,0 0 0,0 0 0,0-1 0,0 1 0,0 0 0,0-1 0,0 1 0,0 0 0,0 0 0,0-1 0,0 1 0,1 0 0,-1 0 0,0-1 0,0 1 0,0 0 0,0 0 0,1-1 0,-1 1 0,0 0 0,0 0 0,1 0 0,-1-1 0,0 1 0,0 0 0,1 0 0,-1 0 0,1 0 0,-58-13 0,-1 3 0,0 3 0,-62-1 0,94 7 0,-430-6-1365,426 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47.776"/>
    </inkml:context>
    <inkml:brush xml:id="br0">
      <inkml:brushProperty name="width" value="0.035" units="cm"/>
      <inkml:brushProperty name="height" value="0.035" units="cm"/>
    </inkml:brush>
  </inkml:definitions>
  <inkml:trace contextRef="#ctx0" brushRef="#br0">219 36 24575,'149'2'0,"162"-5"0,-186-14 0,-84 10 0,71-4 0,-68 13 0,-32 3 0,-29 3 0,-70 10 0,-145 12 0,34-7 0,143-14 0,-307 56 0,330-60 0,3 0 0,57-3 0,1227-4 0,-1991 2 0,677-8 0,58 8 0,-1 0 0,1-1 0,-1 1 0,1 0 0,-1-1 0,1 0 0,0 1 0,-1-1 0,1 0 0,0 0 0,0 0 0,0 0 0,0 0 0,-2-2 0,3 3 0,-1-1 0,1 0 0,0 0 0,0 1 0,1-1 0,-1 0 0,0 0 0,0 0 0,0 1 0,0-1 0,1 0 0,-1 0 0,0 1 0,1-1 0,-1 0 0,0 1 0,1-1 0,-1 1 0,1-1 0,-1 0 0,1 1 0,-1-1 0,1 1 0,0-1 0,-1 1 0,1-1 0,0 1 0,-1 0 0,1-1 0,0 1 0,1-1 0,11-6 0,0 0 0,1 0 0,0 1 0,0 1 0,1 0 0,-1 1 0,17-2 0,111-9 0,-52 7 0,-29 0 0,-13 1 0,1 2 0,75 1 0,-88 12 0,-30 1 0,-18 5 0,-9-4 0,1-1 0,-1-1 0,-1-1 0,1-1 0,-1-1 0,-26 4 0,-30 7 0,21-4 0,0-2 0,0-3 0,-1-2 0,-111-5 0,246 0 0,143-18 0,38 0 0,-236 14 0,-28-3 0,-37-7 0,-36 6 0,-1 4 0,-101 6 0,42 1 0,76-5 0,40 0 0,1 1 0,0 1 0,-1 1 0,1 1 0,-29 6 0,50-8 4,0 0-1,0 0 1,0 0-1,0 1 0,0-1 1,1 0-1,-1 0 1,0 1-1,0-1 1,0 1-1,1-1 1,-1 1-1,0-1 0,1 1 1,-1-1-1,0 1 1,1 0-1,-1-1 1,1 1-1,-1 0 1,1 0-1,-1-1 0,1 1 1,-1 0-1,1 0 1,0 0-1,-1-1 1,1 1-1,0 0 1,0 0-1,0 0 0,0 0 1,0 1-1,0 0-85,1-1 0,-1 1-1,1-1 1,0 1 0,-1-1-1,1 0 1,0 1-1,0-1 1,0 0 0,0 0-1,0 1 1,1-1 0,-1 0-1,0 0 1,0 0 0,1 0-1,1 0 1,15 8-6744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51.290"/>
    </inkml:context>
    <inkml:brush xml:id="br0">
      <inkml:brushProperty name="width" value="0.035" units="cm"/>
      <inkml:brushProperty name="height" value="0.035" units="cm"/>
    </inkml:brush>
  </inkml:definitions>
  <inkml:trace contextRef="#ctx0" brushRef="#br0">395 1 24575,'-15'26'0,"-1"-1"0,-1-1 0,-21 23 0,-15 22 0,20-21 0,15-19 0,-1-1 0,-1-1 0,-1-1 0,-2 0 0,-41 35 0,62-59 0,0-1 0,1 1 0,-1-1 0,0 0 0,0 0 0,0 0 0,0 0 0,-1 0 0,1 0 0,0 0 0,0-1 0,-1 1 0,1-1 0,0 1 0,0-1 0,-1 0 0,-2 0 0,4-1 0,0 1 0,0 0 0,0-1 0,0 0 0,1 1 0,-1-1 0,0 1 0,0-1 0,0 0 0,1 0 0,-1 0 0,0 1 0,1-1 0,-1 0 0,0 0 0,1 0 0,-1 0 0,1 0 0,0 0 0,-1 0 0,1 0 0,0 0 0,0 0 0,-1-2 0,1-4 0,-1 0 0,2 1 0,-1-1 0,0 1 0,1-1 0,1 1 0,-1-1 0,1 1 0,0 0 0,3-7 0,89-162-1365,-84 156-5461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51.657"/>
    </inkml:context>
    <inkml:brush xml:id="br0">
      <inkml:brushProperty name="width" value="0.035" units="cm"/>
      <inkml:brushProperty name="height" value="0.035" units="cm"/>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6T06:28:56.632"/>
    </inkml:context>
    <inkml:brush xml:id="br0">
      <inkml:brushProperty name="width" value="0.035" units="cm"/>
      <inkml:brushProperty name="height" value="0.035" units="cm"/>
    </inkml:brush>
  </inkml:definitions>
  <inkml:trace contextRef="#ctx0" brushRef="#br0">1 270 24575,'34'-1'0,"0"-3"0,34-7 0,-4 1 0,212-45 0,-53 8 0,-145 30 0,-53 10 0,0 2 0,1 0 0,40-1 0,-178 9 0,0 4 0,-207 42 0,101-12 0,181-32 0,-27 5 0,53-3 0,18 0 0,23 4 0,93 18 0,74 22 0,156 78 0,-343-125 0,-1 0 0,1-1 0,0 0 0,14 2 0,-22-5 0,0 0 0,0 0 0,0 0 0,0 0 0,0 0 0,0 0 0,1 0 0,-1-1 0,0 1 0,0-1 0,0 1 0,3-3 0,-4 3 0,-1-1 0,1 0 0,0 1 0,0-1 0,-1 0 0,1 0 0,-1 1 0,1-1 0,0 0 0,-1 0 0,0 0 0,1 0 0,-1 0 0,1 0 0,-1 0 0,0 0 0,0 0 0,0 0 0,0 0 0,0 0 0,0 0 0,0 0 0,0 0 0,0 0 0,0 0 0,0 0 0,-1-1 0,-1-3 0,0 0 0,0 0 0,0 0 0,-1 1 0,0-1 0,0 1 0,0 0 0,0-1 0,-1 2 0,1-1 0,-1 0 0,0 1 0,-1 0 0,1-1 0,0 2 0,-1-1 0,0 0 0,1 1 0,-11-3 0,-9-5 0,-1 2 0,-43-9 0,-8 6 0,1 3 0,-2 4 0,-97 7 0,44 0 0,97 0 0,28-1 0,1-1 0,-1 0 0,0-1 0,-1 1 0,1-1 0,0 0 0,0 0 0,0-1 0,0 1 0,0-1 0,0 0 0,0 0 0,-6-3 0,10 3 0,1 1 0,-1-1 0,1 0 0,-1 1 0,1-1 0,-1 1 0,1-1 0,-1 0 0,1 1 0,0-1 0,0 0 0,-1 0 0,1 1 0,0-1 0,0 0 0,0 1 0,0-1 0,0 0 0,-1 0 0,2 1 0,-1-1 0,0 0 0,0 0 0,0 1 0,0-1 0,0 0 0,1 0 0,-1 1 0,0-1 0,0 0 0,1 1 0,-1-1 0,1 0 0,-1 1 0,1-1 0,-1 1 0,1-1 0,-1 1 0,1-1 0,-1 1 0,1-1 0,-1 1 0,2-1 0,29-20 0,26-6 0,1 4 0,1 1 0,1 4 0,83-16 0,90-28 0,-176 41 0,-37 13 0,0 0 0,0 1 0,1 0 0,0 2 0,0 1 0,0 0 0,1 2 0,32 0 0,-53 2 0,0 0 0,0 0 0,0 0 0,0 0 0,0 0 0,0 0 0,0 0 0,0 1 0,0-1 0,0 0 0,0 1 0,0-1 0,0 1 0,-1-1 0,1 1 0,0-1 0,0 1 0,0-1 0,-1 1 0,1 0 0,1 1 0,-2-2 0,0 1 0,0 0 0,0-1 0,0 1 0,0 0 0,-1-1 0,1 1 0,0 0 0,0-1 0,0 1 0,-1 0 0,1-1 0,0 1 0,-1 0 0,1-1 0,0 1 0,-1-1 0,1 1 0,-1-1 0,1 1 0,-1-1 0,0 1 0,-4 3 0,-1 0 0,1 0 0,-1-1 0,1 1 0,-11 3 0,-25 7 0,-1-3 0,0 0 0,0-3 0,-81 5 0,-181-13 0,177-3 0,111 3 0,-34-1 0,48 1 0,0 0 0,0 0 0,0 0 0,0 0 0,0 1 0,1-1 0,-1 1 0,0-1 0,0 1 0,0 0 0,1-1 0,-1 1 0,0 0 0,1 0 0,-1 0 0,1 1 0,-1-1 0,1 0 0,-2 2 0,3-2 0,0 0 0,0 0 0,0 0 0,0 0 0,0 0 0,0 0 0,0 0 0,0 0 0,0 0 0,1 0 0,-1 0 0,0 0 0,1-1 0,-1 1 0,0 0 0,1 0 0,0 0 0,-1 0 0,1-1 0,-1 1 0,1 0 0,0 0 0,-1-1 0,1 1 0,0-1 0,0 1 0,0 0 0,-1-1 0,1 0 0,0 1 0,0-1 0,1 1 0,33 15 0,-34-16 0,257 75 0,-164-52 0,326 104 0,-415-126 0,49 14 0,-52-15 0,-1 1 0,1-1 0,0 0 0,-1 1 0,1-1 0,-1 0 0,1 0 0,0 0 0,-1 0 0,1 0 0,-1 0 0,1-1 0,0 1 0,-1-1 0,1 1 0,-1-1 0,1 1 0,-1-1 0,0 0 0,1 1 0,-1-1 0,0 0 0,1 0 0,-1 0 0,0 0 0,0-1 0,2-1 0,-3 2 0,1 0 0,-1-1 0,0 1 0,0 0 0,0 0 0,0 0 0,0 0 0,0-1 0,0 1 0,-1 0 0,1 0 0,0 0 0,-1 0 0,1 0 0,-1-1 0,1 1 0,-1 0 0,1 0 0,-1 0 0,0 1 0,1-1 0,-1 0 0,0 0 0,0 0 0,0 0 0,-1-1 0,-29-18 0,28 18 0,-28-13 0,-1 1 0,0 1 0,-1 1 0,-1 2 0,1 2 0,-2 1 0,-41-3 0,-248-1 0,310 11 0,-23-1 0,19 0 0,1 1 0,-1 0 0,1 2 0,-30 5 0,34-2 0,19-2 0,26-4 0,124-13 0,252-55 0,-246 21 0,-75 19 0,-64 24 0,-18 8 0,-36 15 0,-5-7 0,-44 9 0,0-1 0,-24 7 0,-215 25 0,210-47 0,68-2 0,34-2 0,13 1 0,174 9 0,1 8 0,198 47 0,-364-62 0,0 1 0,0 1 0,-1 1 0,20 9 0,-45-19 0,0 0 0,-1 1 0,1 0 0,-18-2 0,-23-6 0,12 1 0,-1 1 0,-1 3 0,-55-3 0,-127 8 0,122 3 0,6 1 0,-112-5 0,188-4 0,25-1 0,31-6 0,29 6 0,1 2 0,70 5 0,-65 2 0,108-13 0,29-10 0,-205 21 0,0-1 0,1 1 0,-1-1 0,0 1 0,0-1 0,0 0 0,0 0 0,0-1 0,-1 1 0,1 0 0,0-1 0,0 0 0,-1 0 0,5-4 0,-6 5 0,0-1 0,0 1 0,0-1 0,0 1 0,0-1 0,0 0 0,-1 1 0,1-1 0,-1 0 0,1 1 0,-1-1 0,0 0 0,0 0 0,1 0 0,-1 1 0,0-1 0,-1 0 0,1 0 0,-1-2 0,0-1 0,-1 0 0,0 0 0,0 1 0,-1-1 0,1 1 0,-1 0 0,0-1 0,0 1 0,0 1 0,-1-1 0,1 0 0,-1 1 0,0 0 0,0 0 0,0 0 0,-9-5 0,-5 0 0,-1 1 0,1 1 0,-1 0 0,0 2 0,-1 0 0,-37-2 0,-127 5 0,117 3 0,4-2-119,-96 6 370,140-4-465,0 1 0,0 1 0,0 1 0,1 0 1,-1 1-1,-19 10 0,19-6-6612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a4e890203a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a4e890203a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1ef99d2c91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1ef99d2c9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1ef99d2c9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1ef99d2c9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1ef99d2c9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1ef99d2c9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ef99d2c9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ef99d2c9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1ef99d2c9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1ef99d2c9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ef99d2c91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ef99d2c91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2A71FDB6-F820-E0D9-9543-3B33FD51099F}"/>
            </a:ext>
          </a:extLst>
        </p:cNvPr>
        <p:cNvGrpSpPr/>
        <p:nvPr/>
      </p:nvGrpSpPr>
      <p:grpSpPr>
        <a:xfrm>
          <a:off x="0" y="0"/>
          <a:ext cx="0" cy="0"/>
          <a:chOff x="0" y="0"/>
          <a:chExt cx="0" cy="0"/>
        </a:xfrm>
      </p:grpSpPr>
      <p:sp>
        <p:nvSpPr>
          <p:cNvPr id="124" name="Google Shape;124;g31ef99d2c91_0_55:notes">
            <a:extLst>
              <a:ext uri="{FF2B5EF4-FFF2-40B4-BE49-F238E27FC236}">
                <a16:creationId xmlns:a16="http://schemas.microsoft.com/office/drawing/2014/main" id="{B79ED34E-6720-90A7-52AC-BD4D9CD4B4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ef99d2c91_0_55:notes">
            <a:extLst>
              <a:ext uri="{FF2B5EF4-FFF2-40B4-BE49-F238E27FC236}">
                <a16:creationId xmlns:a16="http://schemas.microsoft.com/office/drawing/2014/main" id="{4D41130D-B835-CC68-C388-00076F1158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171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C9C45E73-7404-204B-0BA1-B7E97CDB4DA2}"/>
            </a:ext>
          </a:extLst>
        </p:cNvPr>
        <p:cNvGrpSpPr/>
        <p:nvPr/>
      </p:nvGrpSpPr>
      <p:grpSpPr>
        <a:xfrm>
          <a:off x="0" y="0"/>
          <a:ext cx="0" cy="0"/>
          <a:chOff x="0" y="0"/>
          <a:chExt cx="0" cy="0"/>
        </a:xfrm>
      </p:grpSpPr>
      <p:sp>
        <p:nvSpPr>
          <p:cNvPr id="124" name="Google Shape;124;g31ef99d2c91_0_55:notes">
            <a:extLst>
              <a:ext uri="{FF2B5EF4-FFF2-40B4-BE49-F238E27FC236}">
                <a16:creationId xmlns:a16="http://schemas.microsoft.com/office/drawing/2014/main" id="{1284AA28-BEBA-681E-87AA-6DAF780F7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ef99d2c91_0_55:notes">
            <a:extLst>
              <a:ext uri="{FF2B5EF4-FFF2-40B4-BE49-F238E27FC236}">
                <a16:creationId xmlns:a16="http://schemas.microsoft.com/office/drawing/2014/main" id="{B345B942-0E7A-B8A7-ADCD-8B176EAAEE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1505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5019DA97-AF53-0A62-0270-27B0980D37D6}"/>
            </a:ext>
          </a:extLst>
        </p:cNvPr>
        <p:cNvGrpSpPr/>
        <p:nvPr/>
      </p:nvGrpSpPr>
      <p:grpSpPr>
        <a:xfrm>
          <a:off x="0" y="0"/>
          <a:ext cx="0" cy="0"/>
          <a:chOff x="0" y="0"/>
          <a:chExt cx="0" cy="0"/>
        </a:xfrm>
      </p:grpSpPr>
      <p:sp>
        <p:nvSpPr>
          <p:cNvPr id="124" name="Google Shape;124;g31ef99d2c91_0_55:notes">
            <a:extLst>
              <a:ext uri="{FF2B5EF4-FFF2-40B4-BE49-F238E27FC236}">
                <a16:creationId xmlns:a16="http://schemas.microsoft.com/office/drawing/2014/main" id="{D9EF9F6F-913D-7AC8-255A-4159A5B7A7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ef99d2c91_0_55:notes">
            <a:extLst>
              <a:ext uri="{FF2B5EF4-FFF2-40B4-BE49-F238E27FC236}">
                <a16:creationId xmlns:a16="http://schemas.microsoft.com/office/drawing/2014/main" id="{23AD251E-D8F9-EF37-B50C-6CFBB73CC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9720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1ef99d2c9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1ef99d2c9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06590820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5979903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2284873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43630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5101941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9494413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0637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940023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0900322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989980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50" dirty="0">
              <a:solidFill>
                <a:schemeClr val="accent1">
                  <a:lumMod val="60000"/>
                  <a:lumOff val="40000"/>
                </a:schemeClr>
              </a:solidFill>
              <a:latin typeface="Arial"/>
            </a:endParaRPr>
          </a:p>
        </p:txBody>
      </p:sp>
    </p:spTree>
    <p:extLst>
      <p:ext uri="{BB962C8B-B14F-4D97-AF65-F5344CB8AC3E}">
        <p14:creationId xmlns:p14="http://schemas.microsoft.com/office/powerpoint/2010/main" val="23561941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914000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3009814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7711931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71751358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69861991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4/16/2025</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8670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311708" y="463463"/>
            <a:ext cx="7805158" cy="890775"/>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IN" sz="5400" dirty="0"/>
              <a:t>Tech 36 CSVTU</a:t>
            </a:r>
            <a:endParaRPr sz="5400" dirty="0"/>
          </a:p>
        </p:txBody>
      </p:sp>
      <p:sp>
        <p:nvSpPr>
          <p:cNvPr id="64" name="Google Shape;64;p14"/>
          <p:cNvSpPr txBox="1"/>
          <p:nvPr/>
        </p:nvSpPr>
        <p:spPr>
          <a:xfrm>
            <a:off x="416688" y="1944690"/>
            <a:ext cx="7700177" cy="248841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latin typeface="Google Sans"/>
                <a:ea typeface="Google Sans"/>
                <a:cs typeface="Google Sans"/>
                <a:sym typeface="Google Sans"/>
              </a:rPr>
              <a:t>Team Details</a:t>
            </a:r>
            <a:endParaRPr sz="1800" b="1" dirty="0">
              <a:latin typeface="Google Sans"/>
              <a:ea typeface="Google Sans"/>
              <a:cs typeface="Google Sans"/>
              <a:sym typeface="Google Sans"/>
            </a:endParaRPr>
          </a:p>
          <a:p>
            <a:pPr marL="0" lvl="0" indent="0" algn="l" rtl="0">
              <a:spcBef>
                <a:spcPts val="0"/>
              </a:spcBef>
              <a:spcAft>
                <a:spcPts val="0"/>
              </a:spcAft>
              <a:buNone/>
            </a:pPr>
            <a:endParaRPr sz="1800" b="1" dirty="0">
              <a:latin typeface="Google Sans"/>
              <a:ea typeface="Google Sans"/>
              <a:cs typeface="Google Sans"/>
              <a:sym typeface="Google Sans"/>
            </a:endParaRPr>
          </a:p>
          <a:p>
            <a:pPr marL="914400" lvl="1" indent="-342900" algn="l" rtl="0">
              <a:spcBef>
                <a:spcPts val="0"/>
              </a:spcBef>
              <a:spcAft>
                <a:spcPts val="0"/>
              </a:spcAft>
              <a:buSzPts val="1800"/>
              <a:buFont typeface="Google Sans"/>
              <a:buAutoNum type="alphaLcPeriod"/>
            </a:pPr>
            <a:r>
              <a:rPr lang="en-GB" sz="1800" b="1" dirty="0">
                <a:latin typeface="Google Sans"/>
                <a:ea typeface="Google Sans"/>
                <a:cs typeface="Google Sans"/>
                <a:sym typeface="Google Sans"/>
              </a:rPr>
              <a:t>Team name: The Hacktivists</a:t>
            </a:r>
            <a:endParaRPr sz="1800" b="1" dirty="0">
              <a:latin typeface="Google Sans"/>
              <a:ea typeface="Google Sans"/>
              <a:cs typeface="Google Sans"/>
              <a:sym typeface="Google Sans"/>
            </a:endParaRPr>
          </a:p>
          <a:p>
            <a:pPr marL="914400" lvl="1" indent="-342900" algn="l" rtl="0">
              <a:spcBef>
                <a:spcPts val="0"/>
              </a:spcBef>
              <a:spcAft>
                <a:spcPts val="0"/>
              </a:spcAft>
              <a:buSzPts val="1800"/>
              <a:buFont typeface="Google Sans"/>
              <a:buAutoNum type="alphaLcPeriod"/>
            </a:pPr>
            <a:r>
              <a:rPr lang="en-GB" sz="1800" b="1" dirty="0">
                <a:latin typeface="Google Sans"/>
                <a:ea typeface="Google Sans"/>
                <a:cs typeface="Google Sans"/>
                <a:sym typeface="Google Sans"/>
              </a:rPr>
              <a:t>Team leader name: Aarushi Jain </a:t>
            </a:r>
          </a:p>
          <a:p>
            <a:pPr marL="914400" lvl="1" indent="-342900" algn="l" rtl="0">
              <a:spcBef>
                <a:spcPts val="0"/>
              </a:spcBef>
              <a:spcAft>
                <a:spcPts val="0"/>
              </a:spcAft>
              <a:buSzPts val="1800"/>
              <a:buFont typeface="Google Sans"/>
              <a:buAutoNum type="alphaLcPeriod"/>
            </a:pPr>
            <a:r>
              <a:rPr lang="en-GB" b="1" dirty="0">
                <a:latin typeface="Google Sans"/>
                <a:ea typeface="Google Sans"/>
                <a:cs typeface="Google Sans"/>
                <a:sym typeface="Google Sans"/>
              </a:rPr>
              <a:t>Team member : Apoorva Shrivastava</a:t>
            </a:r>
            <a:endParaRPr sz="1800" b="1" dirty="0">
              <a:latin typeface="Google Sans"/>
              <a:ea typeface="Google Sans"/>
              <a:cs typeface="Google Sans"/>
              <a:sym typeface="Google Sans"/>
            </a:endParaRPr>
          </a:p>
          <a:p>
            <a:pPr algn="l">
              <a:buNone/>
            </a:pPr>
            <a:r>
              <a:rPr lang="en-GB" sz="1800" b="1" dirty="0">
                <a:latin typeface="Google Sans"/>
                <a:ea typeface="Google Sans"/>
                <a:cs typeface="Google Sans"/>
                <a:sym typeface="Google Sans"/>
              </a:rPr>
              <a:t>    Problem Statement: </a:t>
            </a:r>
            <a:r>
              <a:rPr lang="en-US" sz="2000" b="1" i="0" dirty="0">
                <a:effectLst/>
                <a:latin typeface="Google_Sans_Medium"/>
              </a:rPr>
              <a:t>Reviving the Indian Cow Breed for a Sustainable Future                          </a:t>
            </a:r>
          </a:p>
          <a:p>
            <a:pPr>
              <a:buNone/>
            </a:pPr>
            <a:br>
              <a:rPr lang="en-US" sz="2400" dirty="0"/>
            </a:br>
            <a:endParaRPr sz="1800" b="1" dirty="0">
              <a:latin typeface="Google Sans"/>
              <a:ea typeface="Google Sans"/>
              <a:cs typeface="Google Sans"/>
              <a:sym typeface="Google Sans"/>
            </a:endParaRPr>
          </a:p>
          <a:p>
            <a:pPr marL="0" lvl="0" indent="0" algn="l" rtl="0">
              <a:spcBef>
                <a:spcPts val="0"/>
              </a:spcBef>
              <a:spcAft>
                <a:spcPts val="0"/>
              </a:spcAft>
              <a:buNone/>
            </a:pPr>
            <a:endParaRPr sz="1800" b="1" dirty="0"/>
          </a:p>
        </p:txBody>
      </p:sp>
      <p:pic>
        <p:nvPicPr>
          <p:cNvPr id="3" name="Picture 2" descr="A logo with a blue gear with a white text and a flower in the center&#10;&#10;AI-generated content may be incorrect.">
            <a:extLst>
              <a:ext uri="{FF2B5EF4-FFF2-40B4-BE49-F238E27FC236}">
                <a16:creationId xmlns:a16="http://schemas.microsoft.com/office/drawing/2014/main" id="{C6891088-2AD3-D3A1-AD30-B0F293377D33}"/>
              </a:ext>
            </a:extLst>
          </p:cNvPr>
          <p:cNvPicPr>
            <a:picLocks noChangeAspect="1"/>
          </p:cNvPicPr>
          <p:nvPr/>
        </p:nvPicPr>
        <p:blipFill>
          <a:blip r:embed="rId3"/>
          <a:stretch>
            <a:fillRect/>
          </a:stretch>
        </p:blipFill>
        <p:spPr>
          <a:xfrm>
            <a:off x="633191" y="168236"/>
            <a:ext cx="1415528" cy="14812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15"/>
          <p:cNvSpPr txBox="1"/>
          <p:nvPr/>
        </p:nvSpPr>
        <p:spPr>
          <a:xfrm>
            <a:off x="136707" y="806350"/>
            <a:ext cx="8870585" cy="43371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dirty="0">
                <a:latin typeface="Google Sans"/>
                <a:ea typeface="Google Sans"/>
                <a:cs typeface="Google Sans"/>
                <a:sym typeface="Google Sans"/>
              </a:rPr>
              <a:t>Brief about your solution</a:t>
            </a:r>
          </a:p>
          <a:p>
            <a:pPr marL="0" lvl="0" indent="0" algn="l" rtl="0">
              <a:spcBef>
                <a:spcPts val="0"/>
              </a:spcBef>
              <a:spcAft>
                <a:spcPts val="0"/>
              </a:spcAft>
              <a:buNone/>
            </a:pPr>
            <a:endParaRPr lang="en-GB" sz="1800" dirty="0">
              <a:latin typeface="Google Sans"/>
              <a:ea typeface="Google Sans"/>
              <a:cs typeface="Google Sans"/>
              <a:sym typeface="Google Sans"/>
            </a:endParaRPr>
          </a:p>
          <a:p>
            <a:pPr marL="0" lvl="0" indent="0" algn="l" rtl="0">
              <a:spcBef>
                <a:spcPts val="0"/>
              </a:spcBef>
              <a:spcAft>
                <a:spcPts val="0"/>
              </a:spcAft>
              <a:buNone/>
            </a:pPr>
            <a:r>
              <a:rPr lang="en-US" sz="2000" dirty="0"/>
              <a:t>Reviving Indian cow breeds requires awareness, scientific breeding, sustainable applications, technology, and policy support. Education campaigns can highlight their socio-economic and environmental benefits, while improved breeding enhances genetic purity and productivity. Promoting cow-based products in farming, Ayurveda, and renewable energy creates economic incentives. Technology like AI and blockchain aids breed management and market transparency. Supportive policies and financial aid encourage farmers to sustain indigenous breeds, ensuring a self-reliant, sustainable future.</a:t>
            </a:r>
            <a:endParaRPr lang="en-GB" sz="2000" dirty="0">
              <a:latin typeface="Google Sans"/>
              <a:ea typeface="Google Sans"/>
              <a:cs typeface="Google Sans"/>
              <a:sym typeface="Google Sans"/>
            </a:endParaRPr>
          </a:p>
          <a:p>
            <a:pPr marL="0" lvl="0" indent="0" algn="l" rtl="0">
              <a:spcBef>
                <a:spcPts val="0"/>
              </a:spcBef>
              <a:spcAft>
                <a:spcPts val="0"/>
              </a:spcAft>
              <a:buNone/>
            </a:pPr>
            <a:endParaRPr sz="1800" dirty="0">
              <a:latin typeface="Google Sans"/>
              <a:ea typeface="Google Sans"/>
              <a:cs typeface="Google Sans"/>
              <a:sym typeface="Google Sans"/>
            </a:endParaRPr>
          </a:p>
        </p:txBody>
      </p:sp>
      <p:pic>
        <p:nvPicPr>
          <p:cNvPr id="2" name="Picture 1" descr="A logo with a blue gear with a white text and a flower in the center&#10;&#10;AI-generated content may be incorrect.">
            <a:extLst>
              <a:ext uri="{FF2B5EF4-FFF2-40B4-BE49-F238E27FC236}">
                <a16:creationId xmlns:a16="http://schemas.microsoft.com/office/drawing/2014/main" id="{D785F1F8-90C9-61E1-9DC8-6F53584783C0}"/>
              </a:ext>
            </a:extLst>
          </p:cNvPr>
          <p:cNvPicPr>
            <a:picLocks noChangeAspect="1"/>
          </p:cNvPicPr>
          <p:nvPr/>
        </p:nvPicPr>
        <p:blipFill>
          <a:blip r:embed="rId3"/>
          <a:stretch>
            <a:fillRect/>
          </a:stretch>
        </p:blipFill>
        <p:spPr>
          <a:xfrm>
            <a:off x="8314329" y="81224"/>
            <a:ext cx="692963" cy="7251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p16"/>
          <p:cNvSpPr txBox="1"/>
          <p:nvPr/>
        </p:nvSpPr>
        <p:spPr>
          <a:xfrm>
            <a:off x="0" y="173620"/>
            <a:ext cx="9144000" cy="431735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800" dirty="0">
                <a:solidFill>
                  <a:srgbClr val="000000"/>
                </a:solidFill>
                <a:latin typeface="Google Sans"/>
                <a:ea typeface="Google Sans"/>
                <a:cs typeface="Google Sans"/>
                <a:sym typeface="Google Sans"/>
              </a:rPr>
              <a:t>Opportunities</a:t>
            </a:r>
            <a:endParaRPr lang="en-GB" sz="1800" dirty="0">
              <a:latin typeface="Google Sans"/>
              <a:ea typeface="Google Sans"/>
              <a:cs typeface="Google Sans"/>
              <a:sym typeface="Google Sans"/>
            </a:endParaRPr>
          </a:p>
          <a:p>
            <a:pPr marL="0" lvl="0" indent="0" algn="l" rtl="0">
              <a:lnSpc>
                <a:spcPct val="115000"/>
              </a:lnSpc>
              <a:spcBef>
                <a:spcPts val="0"/>
              </a:spcBef>
              <a:spcAft>
                <a:spcPts val="0"/>
              </a:spcAft>
              <a:buNone/>
            </a:pPr>
            <a:r>
              <a:rPr lang="en-GB" sz="1600" dirty="0" err="1">
                <a:solidFill>
                  <a:srgbClr val="000000"/>
                </a:solidFill>
                <a:latin typeface="Google Sans"/>
                <a:ea typeface="Google Sans"/>
                <a:cs typeface="Google Sans"/>
                <a:sym typeface="Google Sans"/>
              </a:rPr>
              <a:t>a.How</a:t>
            </a:r>
            <a:r>
              <a:rPr lang="en-GB" sz="1600" dirty="0">
                <a:solidFill>
                  <a:srgbClr val="000000"/>
                </a:solidFill>
                <a:latin typeface="Google Sans"/>
                <a:ea typeface="Google Sans"/>
                <a:cs typeface="Google Sans"/>
                <a:sym typeface="Google Sans"/>
              </a:rPr>
              <a:t> different is it from any of the other existing ideas?</a:t>
            </a:r>
            <a:endParaRPr lang="en-GB" sz="1600" dirty="0">
              <a:latin typeface="Google Sans"/>
              <a:ea typeface="Google Sans"/>
              <a:cs typeface="Google Sans"/>
              <a:sym typeface="Google Sans"/>
            </a:endParaRPr>
          </a:p>
          <a:p>
            <a:pPr marL="0" lvl="0" indent="0" algn="l" rtl="0">
              <a:lnSpc>
                <a:spcPct val="115000"/>
              </a:lnSpc>
              <a:spcBef>
                <a:spcPts val="0"/>
              </a:spcBef>
              <a:spcAft>
                <a:spcPts val="0"/>
              </a:spcAft>
              <a:buNone/>
            </a:pPr>
            <a:r>
              <a:rPr lang="en-US" sz="1200" dirty="0"/>
              <a:t>Our website  features a </a:t>
            </a:r>
            <a:r>
              <a:rPr lang="en-US" sz="1200" b="1" dirty="0"/>
              <a:t>specialized Cow Care Calculator</a:t>
            </a:r>
            <a:r>
              <a:rPr lang="en-US" sz="1200" dirty="0"/>
              <a:t> that estimates feed, veterinary, and shelter costs for different breeds. A </a:t>
            </a:r>
            <a:r>
              <a:rPr lang="en-US" sz="1200" b="1" dirty="0"/>
              <a:t>comprehensive Indian cow breed database</a:t>
            </a:r>
            <a:r>
              <a:rPr lang="en-US" sz="1200" dirty="0"/>
              <a:t> provides details on weight, height, milk yield, and origin. The </a:t>
            </a:r>
            <a:r>
              <a:rPr lang="en-US" sz="1200" b="1" dirty="0"/>
              <a:t>Cow Nutrition Table</a:t>
            </a:r>
            <a:r>
              <a:rPr lang="en-US" sz="1200" dirty="0"/>
              <a:t> helps farmers plan better feeding with insights on protein, energy, and fiber content</a:t>
            </a:r>
            <a:r>
              <a:rPr lang="en-US" sz="1200" dirty="0">
                <a:latin typeface="Google Sans"/>
                <a:ea typeface="Google Sans"/>
                <a:cs typeface="Google Sans"/>
                <a:sym typeface="Google Sans"/>
              </a:rPr>
              <a:t> </a:t>
            </a:r>
          </a:p>
          <a:p>
            <a:pPr marL="0" lvl="0" indent="0" algn="l" rtl="0">
              <a:lnSpc>
                <a:spcPct val="115000"/>
              </a:lnSpc>
              <a:spcBef>
                <a:spcPts val="0"/>
              </a:spcBef>
              <a:spcAft>
                <a:spcPts val="0"/>
              </a:spcAft>
              <a:buNone/>
            </a:pPr>
            <a:r>
              <a:rPr lang="en-US" sz="1600" dirty="0">
                <a:solidFill>
                  <a:srgbClr val="000000"/>
                </a:solidFill>
                <a:latin typeface="Google Sans"/>
                <a:ea typeface="Google Sans"/>
                <a:cs typeface="Google Sans"/>
                <a:sym typeface="Google Sans"/>
              </a:rPr>
              <a:t>b.</a:t>
            </a:r>
            <a:r>
              <a:rPr lang="en-GB" sz="1600" dirty="0">
                <a:solidFill>
                  <a:srgbClr val="000000"/>
                </a:solidFill>
                <a:latin typeface="Google Sans"/>
                <a:ea typeface="Google Sans"/>
                <a:cs typeface="Google Sans"/>
                <a:sym typeface="Google Sans"/>
              </a:rPr>
              <a:t>How will it be able to solve the problem?</a:t>
            </a:r>
          </a:p>
          <a:p>
            <a:pPr>
              <a:buNone/>
            </a:pPr>
            <a:r>
              <a:rPr lang="en-US" dirty="0"/>
              <a:t>It will be able to solve the problem as it deals with the following  :</a:t>
            </a:r>
          </a:p>
          <a:p>
            <a:pPr>
              <a:buFont typeface="+mj-lt"/>
              <a:buAutoNum type="arabicPeriod"/>
            </a:pPr>
            <a:r>
              <a:rPr lang="en-US" b="1" dirty="0"/>
              <a:t>Lack of Awareness</a:t>
            </a:r>
            <a:r>
              <a:rPr lang="en-US" dirty="0"/>
              <a:t> → Educates farmers with a </a:t>
            </a:r>
            <a:r>
              <a:rPr lang="en-US" b="1" dirty="0"/>
              <a:t>detailed Indian cow breed database</a:t>
            </a:r>
            <a:r>
              <a:rPr lang="en-US" dirty="0"/>
              <a:t>, highlighting economic, environmental, and health benefits.</a:t>
            </a:r>
          </a:p>
          <a:p>
            <a:pPr>
              <a:buFont typeface="+mj-lt"/>
              <a:buAutoNum type="arabicPeriod"/>
            </a:pPr>
            <a:r>
              <a:rPr lang="en-US" b="1" dirty="0"/>
              <a:t>High Maintenance Costs</a:t>
            </a:r>
            <a:r>
              <a:rPr lang="en-US" dirty="0"/>
              <a:t> → The </a:t>
            </a:r>
            <a:r>
              <a:rPr lang="en-US" b="1" dirty="0"/>
              <a:t>Cow Care Calculator</a:t>
            </a:r>
            <a:r>
              <a:rPr lang="en-US" dirty="0"/>
              <a:t> helps estimate and plan for </a:t>
            </a:r>
            <a:r>
              <a:rPr lang="en-US" b="1" dirty="0"/>
              <a:t>feed, veterinary, and shelter expenses</a:t>
            </a:r>
            <a:r>
              <a:rPr lang="en-US" dirty="0"/>
              <a:t>, making cow-rearing more feasible.</a:t>
            </a:r>
          </a:p>
          <a:p>
            <a:pPr>
              <a:buFont typeface="+mj-lt"/>
              <a:buAutoNum type="arabicPeriod"/>
            </a:pPr>
            <a:r>
              <a:rPr lang="en-US" b="1" dirty="0"/>
              <a:t>Poor Nutrition Management</a:t>
            </a:r>
            <a:r>
              <a:rPr lang="en-US" dirty="0"/>
              <a:t> → The </a:t>
            </a:r>
            <a:r>
              <a:rPr lang="en-US" b="1" dirty="0"/>
              <a:t>Cow Nutrition Table</a:t>
            </a:r>
            <a:r>
              <a:rPr lang="en-US" dirty="0"/>
              <a:t> provides breed-specific dietary insights, improving cow health and milk production.</a:t>
            </a:r>
          </a:p>
          <a:p>
            <a:r>
              <a:rPr lang="en-GB" sz="1600" dirty="0">
                <a:latin typeface="Google Sans"/>
                <a:ea typeface="Google Sans"/>
                <a:cs typeface="Google Sans"/>
                <a:sym typeface="Google Sans"/>
              </a:rPr>
              <a:t>c. </a:t>
            </a:r>
            <a:r>
              <a:rPr lang="en-GB" sz="1600" dirty="0">
                <a:solidFill>
                  <a:srgbClr val="000000"/>
                </a:solidFill>
                <a:latin typeface="Google Sans"/>
                <a:ea typeface="Google Sans"/>
                <a:cs typeface="Google Sans"/>
                <a:sym typeface="Google Sans"/>
              </a:rPr>
              <a:t>USP of the proposed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All-in-One Cow Conservation Platform</a:t>
            </a:r>
            <a:r>
              <a:rPr kumimoji="0" lang="en-US" altLang="en-US" b="0" i="0" u="none" strike="noStrike" cap="none" normalizeH="0" baseline="0" dirty="0">
                <a:ln>
                  <a:noFill/>
                </a:ln>
                <a:solidFill>
                  <a:schemeClr val="tx1"/>
                </a:solidFill>
                <a:effectLst/>
                <a:latin typeface="Arial" panose="020B0604020202020204" pitchFamily="34" charset="0"/>
              </a:rPr>
              <a:t> – Combines awareness, cost estimation, and nutrition management. </a:t>
            </a:r>
            <a:r>
              <a:rPr lang="en-US" altLang="en-US" dirty="0">
                <a:solidFill>
                  <a:schemeClr val="tx1"/>
                </a:solidFill>
                <a:latin typeface="Arial" panose="020B0604020202020204" pitchFamily="34" charset="0"/>
              </a:rPr>
              <a:t>I</a:t>
            </a:r>
            <a:r>
              <a:rPr kumimoji="0" lang="en-US" altLang="en-US" b="0" i="0" u="none" strike="noStrike" cap="none" normalizeH="0" baseline="0" dirty="0">
                <a:ln>
                  <a:noFill/>
                </a:ln>
                <a:solidFill>
                  <a:schemeClr val="tx1"/>
                </a:solidFill>
                <a:effectLst/>
                <a:latin typeface="Arial" panose="020B0604020202020204" pitchFamily="34" charset="0"/>
              </a:rPr>
              <a:t>t has a </a:t>
            </a:r>
            <a:r>
              <a:rPr kumimoji="0" lang="en-US" altLang="en-US" b="1" i="0" u="none" strike="noStrike" cap="none" normalizeH="0" baseline="0" dirty="0">
                <a:ln>
                  <a:noFill/>
                </a:ln>
                <a:solidFill>
                  <a:schemeClr val="tx1"/>
                </a:solidFill>
                <a:effectLst/>
                <a:latin typeface="Arial" panose="020B0604020202020204" pitchFamily="34" charset="0"/>
              </a:rPr>
              <a:t>Smart Cow Care Calculator</a:t>
            </a:r>
            <a:r>
              <a:rPr lang="en-US" altLang="en-US" dirty="0">
                <a:solidFill>
                  <a:schemeClr val="tx1"/>
                </a:solidFill>
                <a:latin typeface="Arial" panose="020B0604020202020204" pitchFamily="34" charset="0"/>
              </a:rPr>
              <a:t> which</a:t>
            </a:r>
            <a:r>
              <a:rPr kumimoji="0" lang="en-US" altLang="en-US" b="0" i="0" u="none" strike="noStrike" cap="none" normalizeH="0" baseline="0" dirty="0">
                <a:ln>
                  <a:noFill/>
                </a:ln>
                <a:solidFill>
                  <a:schemeClr val="tx1"/>
                </a:solidFill>
                <a:effectLst/>
                <a:latin typeface="Arial" panose="020B0604020202020204" pitchFamily="34" charset="0"/>
              </a:rPr>
              <a:t> Estimates feed, veterinary, and shelter costs based on breed and a </a:t>
            </a:r>
            <a:r>
              <a:rPr kumimoji="0" lang="en-US" altLang="en-US" b="1" i="0" u="none" strike="noStrike" cap="none" normalizeH="0" baseline="0" dirty="0">
                <a:ln>
                  <a:noFill/>
                </a:ln>
                <a:solidFill>
                  <a:schemeClr val="tx1"/>
                </a:solidFill>
                <a:effectLst/>
                <a:latin typeface="Arial" panose="020B0604020202020204" pitchFamily="34" charset="0"/>
              </a:rPr>
              <a:t>Exclusive Indian Cow Breed Database</a:t>
            </a:r>
            <a:r>
              <a:rPr kumimoji="0" lang="en-US" altLang="en-US" b="0" i="0" u="none" strike="noStrike" cap="none" normalizeH="0" baseline="0" dirty="0">
                <a:ln>
                  <a:noFill/>
                </a:ln>
                <a:solidFill>
                  <a:schemeClr val="tx1"/>
                </a:solidFill>
                <a:effectLst/>
                <a:latin typeface="Arial" panose="020B0604020202020204" pitchFamily="34" charset="0"/>
              </a:rPr>
              <a:t> – Detailed insights on weight, milk yield, and sustainability benefits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571500" lvl="1" algn="l" rtl="0">
              <a:lnSpc>
                <a:spcPct val="115000"/>
              </a:lnSpc>
              <a:spcBef>
                <a:spcPts val="0"/>
              </a:spcBef>
              <a:spcAft>
                <a:spcPts val="0"/>
              </a:spcAft>
              <a:buClr>
                <a:srgbClr val="000000"/>
              </a:buClr>
              <a:buSzPts val="1800"/>
            </a:pPr>
            <a:endParaRPr lang="en-GB" sz="1600" dirty="0">
              <a:solidFill>
                <a:srgbClr val="000000"/>
              </a:solidFill>
              <a:latin typeface="Google Sans"/>
              <a:ea typeface="Google Sans"/>
              <a:cs typeface="Google Sans"/>
              <a:sym typeface="Google Sans"/>
            </a:endParaRPr>
          </a:p>
          <a:p>
            <a:pPr marL="571500" lvl="1" algn="l" rtl="0">
              <a:lnSpc>
                <a:spcPct val="115000"/>
              </a:lnSpc>
              <a:spcBef>
                <a:spcPts val="0"/>
              </a:spcBef>
              <a:spcAft>
                <a:spcPts val="0"/>
              </a:spcAft>
              <a:buClr>
                <a:srgbClr val="000000"/>
              </a:buClr>
              <a:buSzPts val="1800"/>
            </a:pPr>
            <a:endParaRPr lang="en-GB" sz="1600" dirty="0">
              <a:solidFill>
                <a:srgbClr val="000000"/>
              </a:solidFill>
              <a:latin typeface="Google Sans"/>
              <a:ea typeface="Google Sans"/>
              <a:cs typeface="Google Sans"/>
              <a:sym typeface="Google Sans"/>
            </a:endParaRPr>
          </a:p>
          <a:p>
            <a:pPr marL="571500" lvl="1" algn="l" rtl="0">
              <a:lnSpc>
                <a:spcPct val="115000"/>
              </a:lnSpc>
              <a:spcBef>
                <a:spcPts val="0"/>
              </a:spcBef>
              <a:spcAft>
                <a:spcPts val="0"/>
              </a:spcAft>
              <a:buClr>
                <a:srgbClr val="000000"/>
              </a:buClr>
              <a:buSzPts val="1800"/>
            </a:pPr>
            <a:endParaRPr lang="en-GB" sz="1600" dirty="0">
              <a:solidFill>
                <a:srgbClr val="000000"/>
              </a:solidFill>
              <a:latin typeface="Google Sans"/>
              <a:ea typeface="Google Sans"/>
              <a:cs typeface="Google Sans"/>
              <a:sym typeface="Google Sans"/>
            </a:endParaRPr>
          </a:p>
          <a:p>
            <a:pPr marL="571500" lvl="1" algn="l" rtl="0">
              <a:lnSpc>
                <a:spcPct val="115000"/>
              </a:lnSpc>
              <a:spcBef>
                <a:spcPts val="0"/>
              </a:spcBef>
              <a:spcAft>
                <a:spcPts val="0"/>
              </a:spcAft>
              <a:buClr>
                <a:srgbClr val="000000"/>
              </a:buClr>
              <a:buSzPts val="1800"/>
            </a:pPr>
            <a:endParaRPr sz="1600" dirty="0">
              <a:solidFill>
                <a:srgbClr val="000000"/>
              </a:solidFill>
              <a:latin typeface="Google Sans"/>
              <a:ea typeface="Google Sans"/>
              <a:cs typeface="Google Sans"/>
              <a:sym typeface="Google Sans"/>
            </a:endParaRPr>
          </a:p>
          <a:p>
            <a:pPr marL="0" lvl="0" indent="0" algn="l" rtl="0">
              <a:spcBef>
                <a:spcPts val="0"/>
              </a:spcBef>
              <a:spcAft>
                <a:spcPts val="0"/>
              </a:spcAft>
              <a:buNone/>
            </a:pPr>
            <a:endParaRPr sz="1800" dirty="0">
              <a:solidFill>
                <a:srgbClr val="595959"/>
              </a:solidFill>
              <a:latin typeface="Google Sans"/>
              <a:ea typeface="Google Sans"/>
              <a:cs typeface="Google Sans"/>
              <a:sym typeface="Google Sans"/>
            </a:endParaRPr>
          </a:p>
        </p:txBody>
      </p:sp>
      <p:sp>
        <p:nvSpPr>
          <p:cNvPr id="2" name="Rectangle 1">
            <a:extLst>
              <a:ext uri="{FF2B5EF4-FFF2-40B4-BE49-F238E27FC236}">
                <a16:creationId xmlns:a16="http://schemas.microsoft.com/office/drawing/2014/main" id="{E4544C9A-8DFE-4AE5-49B6-FB5505440782}"/>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descr="A logo with a blue gear with a white text and a flower in the center&#10;&#10;AI-generated content may be incorrect.">
            <a:extLst>
              <a:ext uri="{FF2B5EF4-FFF2-40B4-BE49-F238E27FC236}">
                <a16:creationId xmlns:a16="http://schemas.microsoft.com/office/drawing/2014/main" id="{B83AF286-D221-FBF1-ED45-7F0579B2E7A3}"/>
              </a:ext>
            </a:extLst>
          </p:cNvPr>
          <p:cNvPicPr>
            <a:picLocks noChangeAspect="1"/>
          </p:cNvPicPr>
          <p:nvPr/>
        </p:nvPicPr>
        <p:blipFill>
          <a:blip r:embed="rId3"/>
          <a:stretch>
            <a:fillRect/>
          </a:stretch>
        </p:blipFill>
        <p:spPr>
          <a:xfrm>
            <a:off x="8293077" y="0"/>
            <a:ext cx="692963" cy="7251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2" name="Google Shape;82;p17"/>
          <p:cNvSpPr txBox="1"/>
          <p:nvPr/>
        </p:nvSpPr>
        <p:spPr>
          <a:xfrm>
            <a:off x="0" y="1"/>
            <a:ext cx="9143999" cy="514349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List of features offered by the solution</a:t>
            </a:r>
          </a:p>
          <a:p>
            <a:pPr marL="0" lvl="0" indent="0" algn="l" rtl="0">
              <a:spcBef>
                <a:spcPts val="0"/>
              </a:spcBef>
              <a:spcAft>
                <a:spcPts val="0"/>
              </a:spcAft>
              <a:buNone/>
            </a:pPr>
            <a:endParaRPr lang="en-GB" sz="1800" dirty="0">
              <a:latin typeface="Google Sans"/>
              <a:ea typeface="Google Sans"/>
              <a:cs typeface="Google Sans"/>
              <a:sym typeface="Google Sans"/>
            </a:endParaRPr>
          </a:p>
          <a:p>
            <a:r>
              <a:rPr lang="en-US" b="1" dirty="0"/>
              <a:t> 1.Cow Care Calculator </a:t>
            </a:r>
          </a:p>
          <a:p>
            <a:pPr>
              <a:buFont typeface="Arial" panose="020B0604020202020204" pitchFamily="34" charset="0"/>
              <a:buChar char="•"/>
            </a:pPr>
            <a:r>
              <a:rPr lang="en-US" dirty="0"/>
              <a:t>Estimates </a:t>
            </a:r>
            <a:r>
              <a:rPr lang="en-US" b="1" dirty="0"/>
              <a:t>feed cost</a:t>
            </a:r>
            <a:r>
              <a:rPr lang="en-US" dirty="0"/>
              <a:t> based on breed and number of cows</a:t>
            </a:r>
          </a:p>
          <a:p>
            <a:pPr>
              <a:buFont typeface="Arial" panose="020B0604020202020204" pitchFamily="34" charset="0"/>
              <a:buChar char="•"/>
            </a:pPr>
            <a:r>
              <a:rPr lang="en-US" dirty="0"/>
              <a:t>Calculates </a:t>
            </a:r>
            <a:r>
              <a:rPr lang="en-US" b="1" dirty="0"/>
              <a:t>veterinary expenses</a:t>
            </a:r>
            <a:r>
              <a:rPr lang="en-US" dirty="0"/>
              <a:t> for vaccinations and treatments</a:t>
            </a:r>
          </a:p>
          <a:p>
            <a:pPr>
              <a:buFont typeface="Arial" panose="020B0604020202020204" pitchFamily="34" charset="0"/>
              <a:buChar char="•"/>
            </a:pPr>
            <a:r>
              <a:rPr lang="en-US" dirty="0"/>
              <a:t>Provides </a:t>
            </a:r>
            <a:r>
              <a:rPr lang="en-US" b="1" dirty="0"/>
              <a:t>shelter cost</a:t>
            </a:r>
            <a:r>
              <a:rPr lang="en-US" dirty="0"/>
              <a:t> estimation considering climate and breed needs</a:t>
            </a:r>
          </a:p>
          <a:p>
            <a:pPr>
              <a:buNone/>
            </a:pPr>
            <a:r>
              <a:rPr lang="en-US" b="1" dirty="0"/>
              <a:t>2. Indian Cow Breed Database </a:t>
            </a:r>
          </a:p>
          <a:p>
            <a:pPr>
              <a:buFont typeface="Arial" panose="020B0604020202020204" pitchFamily="34" charset="0"/>
              <a:buChar char="•"/>
            </a:pPr>
            <a:r>
              <a:rPr lang="en-US" dirty="0"/>
              <a:t>Detailed information on </a:t>
            </a:r>
            <a:r>
              <a:rPr lang="en-US" b="1" dirty="0"/>
              <a:t>weight, height, color, milk yield, and origin</a:t>
            </a:r>
            <a:endParaRPr lang="en-US" dirty="0"/>
          </a:p>
          <a:p>
            <a:pPr>
              <a:buFont typeface="Arial" panose="020B0604020202020204" pitchFamily="34" charset="0"/>
              <a:buChar char="•"/>
            </a:pPr>
            <a:r>
              <a:rPr lang="en-US" dirty="0"/>
              <a:t>Highlights </a:t>
            </a:r>
            <a:r>
              <a:rPr lang="en-US" b="1" dirty="0"/>
              <a:t>breed-specific benefits</a:t>
            </a:r>
            <a:r>
              <a:rPr lang="en-US" dirty="0"/>
              <a:t> for farmers and sustainability</a:t>
            </a:r>
          </a:p>
          <a:p>
            <a:pPr>
              <a:buNone/>
            </a:pPr>
            <a:r>
              <a:rPr lang="en-US" b="1" dirty="0"/>
              <a:t>3. Cow Nutrition Table </a:t>
            </a:r>
          </a:p>
          <a:p>
            <a:pPr>
              <a:buFont typeface="Arial" panose="020B0604020202020204" pitchFamily="34" charset="0"/>
              <a:buChar char="•"/>
            </a:pPr>
            <a:r>
              <a:rPr lang="en-US" dirty="0"/>
              <a:t>Displays </a:t>
            </a:r>
            <a:r>
              <a:rPr lang="en-US" b="1" dirty="0"/>
              <a:t>protein, energy, and fiber content</a:t>
            </a:r>
            <a:r>
              <a:rPr lang="en-US" dirty="0"/>
              <a:t> for optimal feeding</a:t>
            </a:r>
          </a:p>
          <a:p>
            <a:pPr>
              <a:buFont typeface="Arial" panose="020B0604020202020204" pitchFamily="34" charset="0"/>
              <a:buChar char="•"/>
            </a:pPr>
            <a:r>
              <a:rPr lang="en-US" dirty="0"/>
              <a:t>Includes </a:t>
            </a:r>
            <a:r>
              <a:rPr lang="en-US" b="1" dirty="0"/>
              <a:t>special notes</a:t>
            </a:r>
            <a:r>
              <a:rPr lang="en-US" dirty="0"/>
              <a:t> on dietary requirements for different breeds</a:t>
            </a:r>
          </a:p>
          <a:p>
            <a:r>
              <a:rPr lang="en-US" b="1" dirty="0"/>
              <a:t>4.Chatbot</a:t>
            </a:r>
            <a:r>
              <a:rPr lang="en-US" dirty="0"/>
              <a:t> Feature Highlights: – Get instant answers about indigenous cow breeds, their benefits, and how to care for them. Personalized Guidance :Our chatbot provides breed-specific care tips, nutrition advice, and answers to common questions.</a:t>
            </a:r>
          </a:p>
          <a:p>
            <a:pPr>
              <a:buNone/>
            </a:pPr>
            <a:r>
              <a:rPr lang="en-US" b="1" dirty="0"/>
              <a:t>5. Awareness &amp; Education </a:t>
            </a:r>
          </a:p>
          <a:p>
            <a:pPr>
              <a:buFont typeface="Arial" panose="020B0604020202020204" pitchFamily="34" charset="0"/>
              <a:buChar char="•"/>
            </a:pPr>
            <a:r>
              <a:rPr lang="en-US" dirty="0"/>
              <a:t>Promotes </a:t>
            </a:r>
            <a:r>
              <a:rPr lang="en-US" b="1" dirty="0"/>
              <a:t>traditional cow-based organic farming</a:t>
            </a:r>
            <a:endParaRPr lang="en-US" dirty="0"/>
          </a:p>
          <a:p>
            <a:pPr>
              <a:buFont typeface="Arial" panose="020B0604020202020204" pitchFamily="34" charset="0"/>
              <a:buChar char="•"/>
            </a:pPr>
            <a:r>
              <a:rPr lang="en-US" dirty="0"/>
              <a:t>Educates on </a:t>
            </a:r>
            <a:r>
              <a:rPr lang="en-US" b="1" dirty="0"/>
              <a:t>Ayurvedic and environmental benefits</a:t>
            </a:r>
            <a:r>
              <a:rPr lang="en-US" dirty="0"/>
              <a:t> of Indian cows</a:t>
            </a:r>
          </a:p>
          <a:p>
            <a:pPr>
              <a:buNone/>
            </a:pPr>
            <a:endParaRPr lang="en-US" dirty="0"/>
          </a:p>
          <a:p>
            <a:pPr marL="0" lvl="0" indent="0" algn="l" rtl="0">
              <a:spcBef>
                <a:spcPts val="0"/>
              </a:spcBef>
              <a:spcAft>
                <a:spcPts val="0"/>
              </a:spcAft>
              <a:buNone/>
            </a:pPr>
            <a:endParaRPr sz="1800" dirty="0">
              <a:latin typeface="Google Sans"/>
              <a:ea typeface="Google Sans"/>
              <a:cs typeface="Google Sans"/>
              <a:sym typeface="Google Sans"/>
            </a:endParaRPr>
          </a:p>
        </p:txBody>
      </p:sp>
      <p:pic>
        <p:nvPicPr>
          <p:cNvPr id="2" name="Picture 1" descr="A logo with a blue gear with a white text and a flower in the center&#10;&#10;AI-generated content may be incorrect.">
            <a:extLst>
              <a:ext uri="{FF2B5EF4-FFF2-40B4-BE49-F238E27FC236}">
                <a16:creationId xmlns:a16="http://schemas.microsoft.com/office/drawing/2014/main" id="{FCFD7BC1-2184-2305-75F3-1418B738C1A1}"/>
              </a:ext>
            </a:extLst>
          </p:cNvPr>
          <p:cNvPicPr>
            <a:picLocks noChangeAspect="1"/>
          </p:cNvPicPr>
          <p:nvPr/>
        </p:nvPicPr>
        <p:blipFill>
          <a:blip r:embed="rId3"/>
          <a:stretch>
            <a:fillRect/>
          </a:stretch>
        </p:blipFill>
        <p:spPr>
          <a:xfrm>
            <a:off x="8249333" y="104375"/>
            <a:ext cx="692963" cy="7251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88" name="Google Shape;88;p18"/>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90" name="Google Shape;90;p18"/>
          <p:cNvSpPr txBox="1"/>
          <p:nvPr/>
        </p:nvSpPr>
        <p:spPr>
          <a:xfrm>
            <a:off x="186000" y="531175"/>
            <a:ext cx="8772000" cy="5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latin typeface="Google Sans"/>
                <a:ea typeface="Google Sans"/>
                <a:cs typeface="Google Sans"/>
                <a:sym typeface="Google Sans"/>
              </a:rPr>
              <a:t>Process flow diagram or Use-case diagram</a:t>
            </a:r>
            <a:endParaRPr sz="1800">
              <a:latin typeface="Google Sans"/>
              <a:ea typeface="Google Sans"/>
              <a:cs typeface="Google Sans"/>
              <a:sym typeface="Google Sans"/>
            </a:endParaRPr>
          </a:p>
        </p:txBody>
      </p:sp>
      <p:pic>
        <p:nvPicPr>
          <p:cNvPr id="6" name="Picture 5" descr="A diagram of a website&#10;&#10;AI-generated content may be incorrect.">
            <a:extLst>
              <a:ext uri="{FF2B5EF4-FFF2-40B4-BE49-F238E27FC236}">
                <a16:creationId xmlns:a16="http://schemas.microsoft.com/office/drawing/2014/main" id="{890744B6-F611-F977-6C64-B5CD9070AB8B}"/>
              </a:ext>
            </a:extLst>
          </p:cNvPr>
          <p:cNvPicPr>
            <a:picLocks noChangeAspect="1"/>
          </p:cNvPicPr>
          <p:nvPr/>
        </p:nvPicPr>
        <p:blipFill>
          <a:blip r:embed="rId3"/>
          <a:stretch>
            <a:fillRect/>
          </a:stretch>
        </p:blipFill>
        <p:spPr>
          <a:xfrm>
            <a:off x="0" y="1212237"/>
            <a:ext cx="9144000" cy="3862177"/>
          </a:xfrm>
          <a:prstGeom prst="rect">
            <a:avLst/>
          </a:prstGeom>
        </p:spPr>
      </p:pic>
      <p:pic>
        <p:nvPicPr>
          <p:cNvPr id="2" name="Picture 1" descr="A logo with a blue gear with a white text and a flower in the center&#10;&#10;AI-generated content may be incorrect.">
            <a:extLst>
              <a:ext uri="{FF2B5EF4-FFF2-40B4-BE49-F238E27FC236}">
                <a16:creationId xmlns:a16="http://schemas.microsoft.com/office/drawing/2014/main" id="{CD54EDB3-2612-39E3-DD33-1B4EB86096FE}"/>
              </a:ext>
            </a:extLst>
          </p:cNvPr>
          <p:cNvPicPr>
            <a:picLocks noChangeAspect="1"/>
          </p:cNvPicPr>
          <p:nvPr/>
        </p:nvPicPr>
        <p:blipFill>
          <a:blip r:embed="rId4"/>
          <a:stretch>
            <a:fillRect/>
          </a:stretch>
        </p:blipFill>
        <p:spPr>
          <a:xfrm>
            <a:off x="8265037" y="168612"/>
            <a:ext cx="692963" cy="7251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04" name="Google Shape;104;p20"/>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06" name="Google Shape;106;p20"/>
          <p:cNvSpPr txBox="1"/>
          <p:nvPr/>
        </p:nvSpPr>
        <p:spPr>
          <a:xfrm>
            <a:off x="151776" y="375426"/>
            <a:ext cx="8980192" cy="3691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Architecture diagram of the proposed solution</a:t>
            </a:r>
            <a:endParaRPr sz="1800" dirty="0">
              <a:latin typeface="Google Sans"/>
              <a:ea typeface="Google Sans"/>
              <a:cs typeface="Google Sans"/>
              <a:sym typeface="Google Sans"/>
            </a:endParaRPr>
          </a:p>
        </p:txBody>
      </p:sp>
      <p:pic>
        <p:nvPicPr>
          <p:cNvPr id="4" name="Picture 3" descr="A diagram of a software flow&#10;&#10;AI-generated content may be incorrect.">
            <a:extLst>
              <a:ext uri="{FF2B5EF4-FFF2-40B4-BE49-F238E27FC236}">
                <a16:creationId xmlns:a16="http://schemas.microsoft.com/office/drawing/2014/main" id="{8D7AB3CF-C658-1F85-5C0C-06131E8662FD}"/>
              </a:ext>
            </a:extLst>
          </p:cNvPr>
          <p:cNvPicPr>
            <a:picLocks noChangeAspect="1"/>
          </p:cNvPicPr>
          <p:nvPr/>
        </p:nvPicPr>
        <p:blipFill>
          <a:blip r:embed="rId3"/>
          <a:stretch>
            <a:fillRect/>
          </a:stretch>
        </p:blipFill>
        <p:spPr>
          <a:xfrm>
            <a:off x="821410" y="778494"/>
            <a:ext cx="7253207" cy="4365005"/>
          </a:xfrm>
          <a:prstGeom prst="rect">
            <a:avLst/>
          </a:prstGeom>
        </p:spPr>
      </p:pic>
      <p:pic>
        <p:nvPicPr>
          <p:cNvPr id="2" name="Picture 1" descr="A logo with a blue gear with a white text and a flower in the center&#10;&#10;AI-generated content may be incorrect.">
            <a:extLst>
              <a:ext uri="{FF2B5EF4-FFF2-40B4-BE49-F238E27FC236}">
                <a16:creationId xmlns:a16="http://schemas.microsoft.com/office/drawing/2014/main" id="{6965D004-A897-5C23-FDDD-0B363A7E08B1}"/>
              </a:ext>
            </a:extLst>
          </p:cNvPr>
          <p:cNvPicPr>
            <a:picLocks noChangeAspect="1"/>
          </p:cNvPicPr>
          <p:nvPr/>
        </p:nvPicPr>
        <p:blipFill>
          <a:blip r:embed="rId4"/>
          <a:stretch>
            <a:fillRect/>
          </a:stretch>
        </p:blipFill>
        <p:spPr>
          <a:xfrm>
            <a:off x="8191459" y="197437"/>
            <a:ext cx="692963" cy="7251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IN" dirty="0">
                <a:solidFill>
                  <a:schemeClr val="bg1"/>
                </a:solidFill>
              </a:rPr>
              <a:t>.</a:t>
            </a:r>
            <a:endParaRPr dirty="0">
              <a:solidFill>
                <a:schemeClr val="bg1"/>
              </a:solidFill>
            </a:endParaRPr>
          </a:p>
        </p:txBody>
      </p:sp>
      <p:sp>
        <p:nvSpPr>
          <p:cNvPr id="112" name="Google Shape;112;p21"/>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dirty="0">
                <a:solidFill>
                  <a:schemeClr val="bg1"/>
                </a:solidFill>
              </a:rPr>
              <a:t>.</a:t>
            </a:r>
            <a:endParaRPr dirty="0">
              <a:solidFill>
                <a:schemeClr val="bg1"/>
              </a:solidFill>
            </a:endParaRPr>
          </a:p>
        </p:txBody>
      </p:sp>
      <p:sp>
        <p:nvSpPr>
          <p:cNvPr id="114" name="Google Shape;114;p21"/>
          <p:cNvSpPr txBox="1"/>
          <p:nvPr/>
        </p:nvSpPr>
        <p:spPr>
          <a:xfrm>
            <a:off x="158825" y="855225"/>
            <a:ext cx="8784300" cy="45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Technologies to be used in the solution</a:t>
            </a:r>
            <a:endParaRPr sz="1800" dirty="0">
              <a:latin typeface="Google Sans"/>
              <a:ea typeface="Google Sans"/>
              <a:cs typeface="Google Sans"/>
              <a:sym typeface="Google Sans"/>
            </a:endParaRPr>
          </a:p>
          <a:p>
            <a:pPr marL="0" lvl="0" indent="0" algn="l" rtl="0">
              <a:spcBef>
                <a:spcPts val="0"/>
              </a:spcBef>
              <a:spcAft>
                <a:spcPts val="0"/>
              </a:spcAft>
              <a:buNone/>
            </a:pPr>
            <a:endParaRPr lang="en-GB" sz="1200" dirty="0">
              <a:latin typeface="Google Sans"/>
              <a:ea typeface="Google Sans"/>
              <a:cs typeface="Google Sans"/>
              <a:sym typeface="Google Sans"/>
            </a:endParaRPr>
          </a:p>
          <a:p>
            <a:pPr marL="457200" lvl="0" indent="-304800" algn="l" rtl="0">
              <a:spcBef>
                <a:spcPts val="0"/>
              </a:spcBef>
              <a:spcAft>
                <a:spcPts val="0"/>
              </a:spcAft>
              <a:buSzPts val="1200"/>
              <a:buFont typeface="Google Sans"/>
              <a:buChar char="-"/>
            </a:pPr>
            <a:endParaRPr lang="en-GB" sz="1200" dirty="0">
              <a:latin typeface="Google Sans"/>
              <a:ea typeface="Google Sans"/>
              <a:cs typeface="Google Sans"/>
              <a:sym typeface="Google Sans"/>
            </a:endParaRPr>
          </a:p>
          <a:p>
            <a:pPr marL="152400" lvl="0" algn="l" rtl="0">
              <a:spcBef>
                <a:spcPts val="0"/>
              </a:spcBef>
              <a:spcAft>
                <a:spcPts val="0"/>
              </a:spcAft>
              <a:buSzPts val="1200"/>
            </a:pPr>
            <a:r>
              <a:rPr lang="en-IN" sz="1600" dirty="0">
                <a:latin typeface="Google Sans"/>
                <a:ea typeface="Google Sans"/>
                <a:cs typeface="Google Sans"/>
                <a:sym typeface="Google Sans"/>
              </a:rPr>
              <a:t>-   Core web technologies  :  HTML, CSS, JavaScript  </a:t>
            </a:r>
          </a:p>
          <a:p>
            <a:pPr marL="152400" lvl="0" algn="l" rtl="0">
              <a:spcBef>
                <a:spcPts val="0"/>
              </a:spcBef>
              <a:spcAft>
                <a:spcPts val="0"/>
              </a:spcAft>
              <a:buSzPts val="1200"/>
            </a:pPr>
            <a:r>
              <a:rPr lang="en-IN" sz="1600" dirty="0">
                <a:latin typeface="Google Sans"/>
                <a:ea typeface="Google Sans"/>
                <a:cs typeface="Google Sans"/>
                <a:sym typeface="Google Sans"/>
              </a:rPr>
              <a:t>-   Web Hosting :   </a:t>
            </a:r>
            <a:r>
              <a:rPr lang="en-IN" sz="1600" dirty="0" err="1">
                <a:latin typeface="Google Sans"/>
                <a:ea typeface="Google Sans"/>
                <a:cs typeface="Google Sans"/>
                <a:sym typeface="Google Sans"/>
              </a:rPr>
              <a:t>Vercel</a:t>
            </a:r>
            <a:endParaRPr lang="en-IN" sz="1600" dirty="0">
              <a:latin typeface="Google Sans"/>
              <a:ea typeface="Google Sans"/>
              <a:cs typeface="Google Sans"/>
              <a:sym typeface="Google Sans"/>
            </a:endParaRPr>
          </a:p>
          <a:p>
            <a:pPr marL="152400" lvl="0" algn="l" rtl="0">
              <a:spcBef>
                <a:spcPts val="0"/>
              </a:spcBef>
              <a:spcAft>
                <a:spcPts val="0"/>
              </a:spcAft>
              <a:buSzPts val="1200"/>
            </a:pPr>
            <a:r>
              <a:rPr lang="en-IN" sz="1600" dirty="0">
                <a:latin typeface="Google Sans"/>
                <a:ea typeface="Google Sans"/>
                <a:cs typeface="Google Sans"/>
                <a:sym typeface="Google Sans"/>
              </a:rPr>
              <a:t>-   Chatbot -  </a:t>
            </a:r>
            <a:r>
              <a:rPr lang="en-IN" sz="1600" dirty="0" err="1">
                <a:latin typeface="Google Sans"/>
                <a:ea typeface="Google Sans"/>
                <a:cs typeface="Google Sans"/>
                <a:sym typeface="Google Sans"/>
              </a:rPr>
              <a:t>botpress</a:t>
            </a:r>
            <a:endParaRPr lang="en-IN" sz="1600" dirty="0">
              <a:latin typeface="Google Sans"/>
              <a:ea typeface="Google Sans"/>
              <a:cs typeface="Google Sans"/>
              <a:sym typeface="Google Sans"/>
            </a:endParaRPr>
          </a:p>
          <a:p>
            <a:pPr marL="152400" lvl="0" algn="l" rtl="0">
              <a:spcBef>
                <a:spcPts val="0"/>
              </a:spcBef>
              <a:spcAft>
                <a:spcPts val="0"/>
              </a:spcAft>
              <a:buSzPts val="1200"/>
            </a:pPr>
            <a:r>
              <a:rPr lang="en-IN" sz="1600" dirty="0">
                <a:latin typeface="Google Sans"/>
                <a:ea typeface="Google Sans"/>
                <a:cs typeface="Google Sans"/>
                <a:sym typeface="Google Sans"/>
              </a:rPr>
              <a:t>-   Project build on : IDX</a:t>
            </a:r>
            <a:endParaRPr sz="1600" dirty="0">
              <a:latin typeface="Google Sans"/>
              <a:ea typeface="Google Sans"/>
              <a:cs typeface="Google Sans"/>
              <a:sym typeface="Google Sans"/>
            </a:endParaRPr>
          </a:p>
        </p:txBody>
      </p:sp>
      <p:pic>
        <p:nvPicPr>
          <p:cNvPr id="2" name="Picture 1" descr="A logo with a blue gear with a white text and a flower in the center&#10;&#10;AI-generated content may be incorrect.">
            <a:extLst>
              <a:ext uri="{FF2B5EF4-FFF2-40B4-BE49-F238E27FC236}">
                <a16:creationId xmlns:a16="http://schemas.microsoft.com/office/drawing/2014/main" id="{DEFE8420-A47F-C082-8A98-F9506781E00E}"/>
              </a:ext>
            </a:extLst>
          </p:cNvPr>
          <p:cNvPicPr>
            <a:picLocks noChangeAspect="1"/>
          </p:cNvPicPr>
          <p:nvPr/>
        </p:nvPicPr>
        <p:blipFill>
          <a:blip r:embed="rId3"/>
          <a:stretch>
            <a:fillRect/>
          </a:stretch>
        </p:blipFill>
        <p:spPr>
          <a:xfrm>
            <a:off x="8292212" y="130099"/>
            <a:ext cx="692963" cy="7251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28" name="Google Shape;128;p23"/>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30" name="Google Shape;130;p23"/>
          <p:cNvSpPr txBox="1"/>
          <p:nvPr/>
        </p:nvSpPr>
        <p:spPr>
          <a:xfrm>
            <a:off x="252761" y="470570"/>
            <a:ext cx="8723100" cy="3879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Snapshots of the MVP</a:t>
            </a:r>
            <a:endParaRPr sz="1800" dirty="0">
              <a:latin typeface="Google Sans"/>
              <a:ea typeface="Google Sans"/>
              <a:cs typeface="Google Sans"/>
              <a:sym typeface="Google Sans"/>
            </a:endParaRPr>
          </a:p>
        </p:txBody>
      </p:sp>
      <p:pic>
        <p:nvPicPr>
          <p:cNvPr id="3" name="Picture 2" descr="A screenshot of a computer&#10;&#10;AI-generated content may be incorrect.">
            <a:extLst>
              <a:ext uri="{FF2B5EF4-FFF2-40B4-BE49-F238E27FC236}">
                <a16:creationId xmlns:a16="http://schemas.microsoft.com/office/drawing/2014/main" id="{4CF055E7-D39A-A930-4121-76952B57BE4B}"/>
              </a:ext>
            </a:extLst>
          </p:cNvPr>
          <p:cNvPicPr>
            <a:picLocks noChangeAspect="1"/>
          </p:cNvPicPr>
          <p:nvPr/>
        </p:nvPicPr>
        <p:blipFill>
          <a:blip r:embed="rId3"/>
          <a:stretch>
            <a:fillRect/>
          </a:stretch>
        </p:blipFill>
        <p:spPr>
          <a:xfrm>
            <a:off x="0" y="54204"/>
            <a:ext cx="9144000" cy="5089296"/>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17F4054-5774-1CCB-14FA-ADB5B6A19621}"/>
                  </a:ext>
                </a:extLst>
              </p14:cNvPr>
              <p14:cNvContentPartPr/>
              <p14:nvPr/>
            </p14:nvContentPartPr>
            <p14:xfrm>
              <a:off x="8699229" y="4820229"/>
              <a:ext cx="265320" cy="258120"/>
            </p14:xfrm>
          </p:contentPart>
        </mc:Choice>
        <mc:Fallback>
          <p:pic>
            <p:nvPicPr>
              <p:cNvPr id="4" name="Ink 3">
                <a:extLst>
                  <a:ext uri="{FF2B5EF4-FFF2-40B4-BE49-F238E27FC236}">
                    <a16:creationId xmlns:a16="http://schemas.microsoft.com/office/drawing/2014/main" id="{817F4054-5774-1CCB-14FA-ADB5B6A19621}"/>
                  </a:ext>
                </a:extLst>
              </p:cNvPr>
              <p:cNvPicPr/>
              <p:nvPr/>
            </p:nvPicPr>
            <p:blipFill>
              <a:blip r:embed="rId5"/>
              <a:stretch>
                <a:fillRect/>
              </a:stretch>
            </p:blipFill>
            <p:spPr>
              <a:xfrm>
                <a:off x="8693109" y="4814109"/>
                <a:ext cx="27756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C54751F9-D0F3-5210-075A-AE9289839281}"/>
                  </a:ext>
                </a:extLst>
              </p14:cNvPr>
              <p14:cNvContentPartPr/>
              <p14:nvPr/>
            </p14:nvContentPartPr>
            <p14:xfrm>
              <a:off x="8708589" y="4993029"/>
              <a:ext cx="421200" cy="97200"/>
            </p14:xfrm>
          </p:contentPart>
        </mc:Choice>
        <mc:Fallback>
          <p:pic>
            <p:nvPicPr>
              <p:cNvPr id="5" name="Ink 4">
                <a:extLst>
                  <a:ext uri="{FF2B5EF4-FFF2-40B4-BE49-F238E27FC236}">
                    <a16:creationId xmlns:a16="http://schemas.microsoft.com/office/drawing/2014/main" id="{C54751F9-D0F3-5210-075A-AE9289839281}"/>
                  </a:ext>
                </a:extLst>
              </p:cNvPr>
              <p:cNvPicPr/>
              <p:nvPr/>
            </p:nvPicPr>
            <p:blipFill>
              <a:blip r:embed="rId7"/>
              <a:stretch>
                <a:fillRect/>
              </a:stretch>
            </p:blipFill>
            <p:spPr>
              <a:xfrm>
                <a:off x="8702469" y="4986909"/>
                <a:ext cx="4334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91E526A8-4B03-251F-0F46-19B0E887E613}"/>
                  </a:ext>
                </a:extLst>
              </p14:cNvPr>
              <p14:cNvContentPartPr/>
              <p14:nvPr/>
            </p14:nvContentPartPr>
            <p14:xfrm>
              <a:off x="8644149" y="4932189"/>
              <a:ext cx="462600" cy="62280"/>
            </p14:xfrm>
          </p:contentPart>
        </mc:Choice>
        <mc:Fallback>
          <p:pic>
            <p:nvPicPr>
              <p:cNvPr id="6" name="Ink 5">
                <a:extLst>
                  <a:ext uri="{FF2B5EF4-FFF2-40B4-BE49-F238E27FC236}">
                    <a16:creationId xmlns:a16="http://schemas.microsoft.com/office/drawing/2014/main" id="{91E526A8-4B03-251F-0F46-19B0E887E613}"/>
                  </a:ext>
                </a:extLst>
              </p:cNvPr>
              <p:cNvPicPr/>
              <p:nvPr/>
            </p:nvPicPr>
            <p:blipFill>
              <a:blip r:embed="rId9"/>
              <a:stretch>
                <a:fillRect/>
              </a:stretch>
            </p:blipFill>
            <p:spPr>
              <a:xfrm>
                <a:off x="8638029" y="4926069"/>
                <a:ext cx="474840" cy="74520"/>
              </a:xfrm>
              <a:prstGeom prst="rect">
                <a:avLst/>
              </a:prstGeom>
            </p:spPr>
          </p:pic>
        </mc:Fallback>
      </mc:AlternateContent>
      <p:grpSp>
        <p:nvGrpSpPr>
          <p:cNvPr id="10" name="Group 9">
            <a:extLst>
              <a:ext uri="{FF2B5EF4-FFF2-40B4-BE49-F238E27FC236}">
                <a16:creationId xmlns:a16="http://schemas.microsoft.com/office/drawing/2014/main" id="{C2221217-5FD1-DDF7-41AE-28756125A16D}"/>
              </a:ext>
            </a:extLst>
          </p:cNvPr>
          <p:cNvGrpSpPr/>
          <p:nvPr/>
        </p:nvGrpSpPr>
        <p:grpSpPr>
          <a:xfrm>
            <a:off x="8640549" y="4967773"/>
            <a:ext cx="431280" cy="187976"/>
            <a:chOff x="8640549" y="4967773"/>
            <a:chExt cx="431280" cy="187976"/>
          </a:xfrm>
        </p:grpSpPr>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FDE5C2A7-057A-14F4-6E1E-3874540AC5D4}"/>
                    </a:ext>
                  </a:extLst>
                </p14:cNvPr>
                <p14:cNvContentPartPr/>
                <p14:nvPr/>
              </p14:nvContentPartPr>
              <p14:xfrm>
                <a:off x="8640549" y="4993029"/>
                <a:ext cx="142560" cy="162720"/>
              </p14:xfrm>
            </p:contentPart>
          </mc:Choice>
          <mc:Fallback>
            <p:pic>
              <p:nvPicPr>
                <p:cNvPr id="7" name="Ink 6">
                  <a:extLst>
                    <a:ext uri="{FF2B5EF4-FFF2-40B4-BE49-F238E27FC236}">
                      <a16:creationId xmlns:a16="http://schemas.microsoft.com/office/drawing/2014/main" id="{FDE5C2A7-057A-14F4-6E1E-3874540AC5D4}"/>
                    </a:ext>
                  </a:extLst>
                </p:cNvPr>
                <p:cNvPicPr/>
                <p:nvPr/>
              </p:nvPicPr>
              <p:blipFill>
                <a:blip r:embed="rId11"/>
                <a:stretch>
                  <a:fillRect/>
                </a:stretch>
              </p:blipFill>
              <p:spPr>
                <a:xfrm>
                  <a:off x="8634429" y="4986909"/>
                  <a:ext cx="15480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D4FAF773-56F0-3E80-2E1E-82AFCB478E56}"/>
                    </a:ext>
                  </a:extLst>
                </p14:cNvPr>
                <p14:cNvContentPartPr/>
                <p14:nvPr/>
              </p14:nvContentPartPr>
              <p14:xfrm>
                <a:off x="8686629" y="5064973"/>
                <a:ext cx="360" cy="360"/>
              </p14:xfrm>
            </p:contentPart>
          </mc:Choice>
          <mc:Fallback>
            <p:pic>
              <p:nvPicPr>
                <p:cNvPr id="8" name="Ink 7">
                  <a:extLst>
                    <a:ext uri="{FF2B5EF4-FFF2-40B4-BE49-F238E27FC236}">
                      <a16:creationId xmlns:a16="http://schemas.microsoft.com/office/drawing/2014/main" id="{D4FAF773-56F0-3E80-2E1E-82AFCB478E56}"/>
                    </a:ext>
                  </a:extLst>
                </p:cNvPr>
                <p:cNvPicPr/>
                <p:nvPr/>
              </p:nvPicPr>
              <p:blipFill>
                <a:blip r:embed="rId13"/>
                <a:stretch>
                  <a:fillRect/>
                </a:stretch>
              </p:blipFill>
              <p:spPr>
                <a:xfrm>
                  <a:off x="8680509" y="505885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4D3799FA-A1EC-FC87-AA27-38000B189354}"/>
                    </a:ext>
                  </a:extLst>
                </p14:cNvPr>
                <p14:cNvContentPartPr/>
                <p14:nvPr/>
              </p14:nvContentPartPr>
              <p14:xfrm>
                <a:off x="8686629" y="4967773"/>
                <a:ext cx="385200" cy="168120"/>
              </p14:xfrm>
            </p:contentPart>
          </mc:Choice>
          <mc:Fallback>
            <p:pic>
              <p:nvPicPr>
                <p:cNvPr id="9" name="Ink 8">
                  <a:extLst>
                    <a:ext uri="{FF2B5EF4-FFF2-40B4-BE49-F238E27FC236}">
                      <a16:creationId xmlns:a16="http://schemas.microsoft.com/office/drawing/2014/main" id="{4D3799FA-A1EC-FC87-AA27-38000B189354}"/>
                    </a:ext>
                  </a:extLst>
                </p:cNvPr>
                <p:cNvPicPr/>
                <p:nvPr/>
              </p:nvPicPr>
              <p:blipFill>
                <a:blip r:embed="rId15"/>
                <a:stretch>
                  <a:fillRect/>
                </a:stretch>
              </p:blipFill>
              <p:spPr>
                <a:xfrm>
                  <a:off x="8680509" y="4961653"/>
                  <a:ext cx="397440" cy="180360"/>
                </a:xfrm>
                <a:prstGeom prst="rect">
                  <a:avLst/>
                </a:prstGeom>
              </p:spPr>
            </p:pic>
          </mc:Fallback>
        </mc:AlternateContent>
      </p:grpSp>
      <p:sp>
        <p:nvSpPr>
          <p:cNvPr id="11" name="Rectangle 10">
            <a:extLst>
              <a:ext uri="{FF2B5EF4-FFF2-40B4-BE49-F238E27FC236}">
                <a16:creationId xmlns:a16="http://schemas.microsoft.com/office/drawing/2014/main" id="{3FD10C25-565E-E5CF-AF10-A72442E3C4B5}"/>
              </a:ext>
            </a:extLst>
          </p:cNvPr>
          <p:cNvSpPr/>
          <p:nvPr/>
        </p:nvSpPr>
        <p:spPr>
          <a:xfrm>
            <a:off x="-1" y="4877773"/>
            <a:ext cx="9129790" cy="258120"/>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ysClr val="windowText" lastClr="000000"/>
                </a:solidFill>
              </a:l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3E90A94E-3732-90F2-4335-707240C1FC3C}"/>
            </a:ext>
          </a:extLst>
        </p:cNvPr>
        <p:cNvGrpSpPr/>
        <p:nvPr/>
      </p:nvGrpSpPr>
      <p:grpSpPr>
        <a:xfrm>
          <a:off x="0" y="0"/>
          <a:ext cx="0" cy="0"/>
          <a:chOff x="0" y="0"/>
          <a:chExt cx="0" cy="0"/>
        </a:xfrm>
      </p:grpSpPr>
      <p:sp>
        <p:nvSpPr>
          <p:cNvPr id="127" name="Google Shape;127;p23">
            <a:extLst>
              <a:ext uri="{FF2B5EF4-FFF2-40B4-BE49-F238E27FC236}">
                <a16:creationId xmlns:a16="http://schemas.microsoft.com/office/drawing/2014/main" id="{2A30B733-3892-C45C-88D8-D87188083838}"/>
              </a:ext>
            </a:extLst>
          </p:cNvPr>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28" name="Google Shape;128;p23">
            <a:extLst>
              <a:ext uri="{FF2B5EF4-FFF2-40B4-BE49-F238E27FC236}">
                <a16:creationId xmlns:a16="http://schemas.microsoft.com/office/drawing/2014/main" id="{6F9ADCFD-8145-7584-B224-FF63BB494CC0}"/>
              </a:ext>
            </a:extLst>
          </p:cNvPr>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30" name="Google Shape;130;p23">
            <a:extLst>
              <a:ext uri="{FF2B5EF4-FFF2-40B4-BE49-F238E27FC236}">
                <a16:creationId xmlns:a16="http://schemas.microsoft.com/office/drawing/2014/main" id="{0B2C0C39-5764-8236-B797-D81061D597B0}"/>
              </a:ext>
            </a:extLst>
          </p:cNvPr>
          <p:cNvSpPr txBox="1"/>
          <p:nvPr/>
        </p:nvSpPr>
        <p:spPr>
          <a:xfrm>
            <a:off x="252761" y="470570"/>
            <a:ext cx="8723100" cy="3879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Snapshots of the MVP</a:t>
            </a:r>
            <a:endParaRPr sz="1800" dirty="0">
              <a:latin typeface="Google Sans"/>
              <a:ea typeface="Google Sans"/>
              <a:cs typeface="Google Sans"/>
              <a:sym typeface="Google Sans"/>
            </a:endParaRPr>
          </a:p>
        </p:txBody>
      </p:sp>
      <p:pic>
        <p:nvPicPr>
          <p:cNvPr id="9" name="Picture 8" descr="A screenshot of a computer&#10;&#10;AI-generated content may be incorrect.">
            <a:extLst>
              <a:ext uri="{FF2B5EF4-FFF2-40B4-BE49-F238E27FC236}">
                <a16:creationId xmlns:a16="http://schemas.microsoft.com/office/drawing/2014/main" id="{5E6D8C79-1C63-80FB-0F11-382022179494}"/>
              </a:ext>
            </a:extLst>
          </p:cNvPr>
          <p:cNvPicPr>
            <a:picLocks noChangeAspect="1"/>
          </p:cNvPicPr>
          <p:nvPr/>
        </p:nvPicPr>
        <p:blipFill>
          <a:blip r:embed="rId3"/>
          <a:stretch>
            <a:fillRect/>
          </a:stretch>
        </p:blipFill>
        <p:spPr>
          <a:xfrm>
            <a:off x="57423" y="0"/>
            <a:ext cx="9076547" cy="5105557"/>
          </a:xfrm>
          <a:prstGeom prst="rect">
            <a:avLst/>
          </a:prstGeom>
        </p:spPr>
      </p:pic>
      <p:sp>
        <p:nvSpPr>
          <p:cNvPr id="2" name="Rectangle 1">
            <a:extLst>
              <a:ext uri="{FF2B5EF4-FFF2-40B4-BE49-F238E27FC236}">
                <a16:creationId xmlns:a16="http://schemas.microsoft.com/office/drawing/2014/main" id="{15A07563-1059-3914-3C0D-E42BD94EFC87}"/>
              </a:ext>
            </a:extLst>
          </p:cNvPr>
          <p:cNvSpPr/>
          <p:nvPr/>
        </p:nvSpPr>
        <p:spPr>
          <a:xfrm>
            <a:off x="10030" y="4837404"/>
            <a:ext cx="9129790" cy="258120"/>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ysClr val="windowText" lastClr="000000"/>
                </a:solidFill>
              </a:ln>
            </a:endParaRPr>
          </a:p>
        </p:txBody>
      </p:sp>
    </p:spTree>
    <p:extLst>
      <p:ext uri="{BB962C8B-B14F-4D97-AF65-F5344CB8AC3E}">
        <p14:creationId xmlns:p14="http://schemas.microsoft.com/office/powerpoint/2010/main" val="378246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0B73ADAD-443B-630A-3015-85B4EF8E4A70}"/>
            </a:ext>
          </a:extLst>
        </p:cNvPr>
        <p:cNvGrpSpPr/>
        <p:nvPr/>
      </p:nvGrpSpPr>
      <p:grpSpPr>
        <a:xfrm>
          <a:off x="0" y="0"/>
          <a:ext cx="0" cy="0"/>
          <a:chOff x="0" y="0"/>
          <a:chExt cx="0" cy="0"/>
        </a:xfrm>
      </p:grpSpPr>
      <p:sp>
        <p:nvSpPr>
          <p:cNvPr id="127" name="Google Shape;127;p23">
            <a:extLst>
              <a:ext uri="{FF2B5EF4-FFF2-40B4-BE49-F238E27FC236}">
                <a16:creationId xmlns:a16="http://schemas.microsoft.com/office/drawing/2014/main" id="{F781819B-BAB0-DC7E-DFAE-7DCBFCCA77F5}"/>
              </a:ext>
            </a:extLst>
          </p:cNvPr>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28" name="Google Shape;128;p23">
            <a:extLst>
              <a:ext uri="{FF2B5EF4-FFF2-40B4-BE49-F238E27FC236}">
                <a16:creationId xmlns:a16="http://schemas.microsoft.com/office/drawing/2014/main" id="{EB3ADC02-1DCF-A3AC-F845-2F6251489FEA}"/>
              </a:ext>
            </a:extLst>
          </p:cNvPr>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30" name="Google Shape;130;p23">
            <a:extLst>
              <a:ext uri="{FF2B5EF4-FFF2-40B4-BE49-F238E27FC236}">
                <a16:creationId xmlns:a16="http://schemas.microsoft.com/office/drawing/2014/main" id="{F5459CE5-7BDF-E3EC-9770-4809052FA4CD}"/>
              </a:ext>
            </a:extLst>
          </p:cNvPr>
          <p:cNvSpPr txBox="1"/>
          <p:nvPr/>
        </p:nvSpPr>
        <p:spPr>
          <a:xfrm>
            <a:off x="252761" y="470570"/>
            <a:ext cx="8723100" cy="3879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Snapshots of the MVP</a:t>
            </a:r>
            <a:endParaRPr sz="1800" dirty="0">
              <a:latin typeface="Google Sans"/>
              <a:ea typeface="Google Sans"/>
              <a:cs typeface="Google Sans"/>
              <a:sym typeface="Google Sans"/>
            </a:endParaRPr>
          </a:p>
        </p:txBody>
      </p:sp>
      <p:pic>
        <p:nvPicPr>
          <p:cNvPr id="4" name="Picture 3" descr="A screenshot of a computer&#10;&#10;AI-generated content may be incorrect.">
            <a:extLst>
              <a:ext uri="{FF2B5EF4-FFF2-40B4-BE49-F238E27FC236}">
                <a16:creationId xmlns:a16="http://schemas.microsoft.com/office/drawing/2014/main" id="{FFE0829D-04E5-69E8-DC98-B05474200E12}"/>
              </a:ext>
            </a:extLst>
          </p:cNvPr>
          <p:cNvPicPr>
            <a:picLocks noChangeAspect="1"/>
          </p:cNvPicPr>
          <p:nvPr/>
        </p:nvPicPr>
        <p:blipFill>
          <a:blip r:embed="rId3"/>
          <a:stretch>
            <a:fillRect/>
          </a:stretch>
        </p:blipFill>
        <p:spPr>
          <a:xfrm>
            <a:off x="-24995" y="-13663"/>
            <a:ext cx="9168995" cy="5157163"/>
          </a:xfrm>
          <a:prstGeom prst="rect">
            <a:avLst/>
          </a:prstGeom>
        </p:spPr>
      </p:pic>
      <p:sp>
        <p:nvSpPr>
          <p:cNvPr id="2" name="Rectangle 1">
            <a:extLst>
              <a:ext uri="{FF2B5EF4-FFF2-40B4-BE49-F238E27FC236}">
                <a16:creationId xmlns:a16="http://schemas.microsoft.com/office/drawing/2014/main" id="{1090090C-A0D2-1EC0-D392-7A13CB6C89B1}"/>
              </a:ext>
            </a:extLst>
          </p:cNvPr>
          <p:cNvSpPr/>
          <p:nvPr/>
        </p:nvSpPr>
        <p:spPr>
          <a:xfrm>
            <a:off x="-1" y="4877773"/>
            <a:ext cx="9129790" cy="258120"/>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ysClr val="windowText" lastClr="000000"/>
                </a:solidFill>
              </a:ln>
            </a:endParaRPr>
          </a:p>
        </p:txBody>
      </p:sp>
    </p:spTree>
    <p:extLst>
      <p:ext uri="{BB962C8B-B14F-4D97-AF65-F5344CB8AC3E}">
        <p14:creationId xmlns:p14="http://schemas.microsoft.com/office/powerpoint/2010/main" val="2972091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0F3A9884-9C78-B63A-EC78-C52EFCF656B1}"/>
            </a:ext>
          </a:extLst>
        </p:cNvPr>
        <p:cNvGrpSpPr/>
        <p:nvPr/>
      </p:nvGrpSpPr>
      <p:grpSpPr>
        <a:xfrm>
          <a:off x="0" y="0"/>
          <a:ext cx="0" cy="0"/>
          <a:chOff x="0" y="0"/>
          <a:chExt cx="0" cy="0"/>
        </a:xfrm>
      </p:grpSpPr>
      <p:sp>
        <p:nvSpPr>
          <p:cNvPr id="127" name="Google Shape;127;p23">
            <a:extLst>
              <a:ext uri="{FF2B5EF4-FFF2-40B4-BE49-F238E27FC236}">
                <a16:creationId xmlns:a16="http://schemas.microsoft.com/office/drawing/2014/main" id="{60D93C32-756E-6966-58B2-95224EBC7F69}"/>
              </a:ext>
            </a:extLst>
          </p:cNvPr>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28" name="Google Shape;128;p23">
            <a:extLst>
              <a:ext uri="{FF2B5EF4-FFF2-40B4-BE49-F238E27FC236}">
                <a16:creationId xmlns:a16="http://schemas.microsoft.com/office/drawing/2014/main" id="{4F05C31E-5E11-7C82-60C1-4FC9D744C982}"/>
              </a:ext>
            </a:extLst>
          </p:cNvPr>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30" name="Google Shape;130;p23">
            <a:extLst>
              <a:ext uri="{FF2B5EF4-FFF2-40B4-BE49-F238E27FC236}">
                <a16:creationId xmlns:a16="http://schemas.microsoft.com/office/drawing/2014/main" id="{03E5EFDC-D5BD-CFAA-1840-B957C7DD332E}"/>
              </a:ext>
            </a:extLst>
          </p:cNvPr>
          <p:cNvSpPr txBox="1"/>
          <p:nvPr/>
        </p:nvSpPr>
        <p:spPr>
          <a:xfrm>
            <a:off x="252761" y="470570"/>
            <a:ext cx="8723100" cy="3879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dirty="0">
                <a:latin typeface="Google Sans"/>
                <a:ea typeface="Google Sans"/>
                <a:cs typeface="Google Sans"/>
                <a:sym typeface="Google Sans"/>
              </a:rPr>
              <a:t>Snapshots of the MVP</a:t>
            </a:r>
            <a:endParaRPr sz="1800" dirty="0">
              <a:latin typeface="Google Sans"/>
              <a:ea typeface="Google Sans"/>
              <a:cs typeface="Google Sans"/>
              <a:sym typeface="Google Sans"/>
            </a:endParaRPr>
          </a:p>
        </p:txBody>
      </p:sp>
      <p:pic>
        <p:nvPicPr>
          <p:cNvPr id="7" name="Picture 6" descr="A computer screen shot of a cow care calculator&#10;&#10;AI-generated content may be incorrect.">
            <a:extLst>
              <a:ext uri="{FF2B5EF4-FFF2-40B4-BE49-F238E27FC236}">
                <a16:creationId xmlns:a16="http://schemas.microsoft.com/office/drawing/2014/main" id="{190C5872-4E32-2F9D-767E-74734B683245}"/>
              </a:ext>
            </a:extLst>
          </p:cNvPr>
          <p:cNvPicPr>
            <a:picLocks noChangeAspect="1"/>
          </p:cNvPicPr>
          <p:nvPr/>
        </p:nvPicPr>
        <p:blipFill>
          <a:blip r:embed="rId3"/>
          <a:stretch>
            <a:fillRect/>
          </a:stretch>
        </p:blipFill>
        <p:spPr>
          <a:xfrm>
            <a:off x="-25658" y="-1"/>
            <a:ext cx="9169658" cy="5143501"/>
          </a:xfrm>
          <a:prstGeom prst="rect">
            <a:avLst/>
          </a:prstGeom>
        </p:spPr>
      </p:pic>
      <p:sp>
        <p:nvSpPr>
          <p:cNvPr id="2" name="Rectangle 1">
            <a:extLst>
              <a:ext uri="{FF2B5EF4-FFF2-40B4-BE49-F238E27FC236}">
                <a16:creationId xmlns:a16="http://schemas.microsoft.com/office/drawing/2014/main" id="{10C43EC1-FD97-01B5-0A86-D354A04620C5}"/>
              </a:ext>
            </a:extLst>
          </p:cNvPr>
          <p:cNvSpPr/>
          <p:nvPr/>
        </p:nvSpPr>
        <p:spPr>
          <a:xfrm>
            <a:off x="-1" y="4877773"/>
            <a:ext cx="9129790" cy="258120"/>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ysClr val="windowText" lastClr="000000"/>
                </a:solidFill>
              </a:ln>
            </a:endParaRPr>
          </a:p>
        </p:txBody>
      </p:sp>
    </p:spTree>
    <p:extLst>
      <p:ext uri="{BB962C8B-B14F-4D97-AF65-F5344CB8AC3E}">
        <p14:creationId xmlns:p14="http://schemas.microsoft.com/office/powerpoint/2010/main" val="3356303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IN" sz="4400" dirty="0">
                <a:solidFill>
                  <a:schemeClr val="accent2">
                    <a:lumMod val="50000"/>
                  </a:schemeClr>
                </a:solidFill>
              </a:rPr>
              <a:t>THANKYOU</a:t>
            </a:r>
            <a:r>
              <a:rPr lang="en-IN" dirty="0">
                <a:solidFill>
                  <a:schemeClr val="accent2">
                    <a:lumMod val="50000"/>
                  </a:schemeClr>
                </a:solidFill>
              </a:rPr>
              <a:t>!</a:t>
            </a:r>
            <a:endParaRPr dirty="0">
              <a:solidFill>
                <a:schemeClr val="accent2">
                  <a:lumMod val="50000"/>
                </a:schemeClr>
              </a:solidFill>
            </a:endParaRPr>
          </a:p>
        </p:txBody>
      </p:sp>
      <p:sp>
        <p:nvSpPr>
          <p:cNvPr id="159" name="Google Shape;159;p27"/>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dirty="0">
                <a:solidFill>
                  <a:schemeClr val="bg1"/>
                </a:solidFill>
              </a:rPr>
              <a:t>.</a:t>
            </a:r>
            <a:endParaRPr dirty="0">
              <a:solidFill>
                <a:schemeClr val="bg1"/>
              </a:solidFill>
            </a:endParaRPr>
          </a:p>
        </p:txBody>
      </p:sp>
      <p:pic>
        <p:nvPicPr>
          <p:cNvPr id="2" name="Picture 1" descr="A logo with a blue gear with a white text and a flower in the center&#10;&#10;AI-generated content may be incorrect.">
            <a:extLst>
              <a:ext uri="{FF2B5EF4-FFF2-40B4-BE49-F238E27FC236}">
                <a16:creationId xmlns:a16="http://schemas.microsoft.com/office/drawing/2014/main" id="{A8A1C675-7297-0634-5E4D-290FC21C528A}"/>
              </a:ext>
            </a:extLst>
          </p:cNvPr>
          <p:cNvPicPr>
            <a:picLocks noChangeAspect="1"/>
          </p:cNvPicPr>
          <p:nvPr/>
        </p:nvPicPr>
        <p:blipFill>
          <a:blip r:embed="rId3"/>
          <a:stretch>
            <a:fillRect/>
          </a:stretch>
        </p:blipFill>
        <p:spPr>
          <a:xfrm>
            <a:off x="8214609" y="243270"/>
            <a:ext cx="692963" cy="725126"/>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745</TotalTime>
  <Words>574</Words>
  <Application>Microsoft Office PowerPoint</Application>
  <PresentationFormat>On-screen Show (16:9)</PresentationFormat>
  <Paragraphs>58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Google_Sans_Medium</vt:lpstr>
      <vt:lpstr>Arial</vt:lpstr>
      <vt:lpstr>Google Sans</vt:lpstr>
      <vt:lpstr>Wingdings 3</vt:lpstr>
      <vt:lpstr>Trebuchet MS</vt:lpstr>
      <vt:lpstr>Facet</vt:lpstr>
      <vt:lpstr>Tech 36 CSVTU</vt:lpstr>
      <vt:lpstr>PowerPoint Presentation</vt:lpstr>
      <vt:lpstr>PowerPoint Presentation</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apoorva shrivastava</cp:lastModifiedBy>
  <cp:revision>1</cp:revision>
  <dcterms:modified xsi:type="dcterms:W3CDTF">2025-04-16T06:40:34Z</dcterms:modified>
</cp:coreProperties>
</file>